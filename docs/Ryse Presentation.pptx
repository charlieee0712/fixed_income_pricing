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71" r:id="rId5"/>
    <p:sldMasterId id="2147483672"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D1CB7CC-6CEF-4181-9F7C-50E4287DAE49}">
  <a:tblStyle styleId="{7D1CB7CC-6CEF-4181-9F7C-50E4287DAE49}"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5" Type="http://schemas.openxmlformats.org/officeDocument/2006/relationships/slideMaster" Target="slideMasters/slideMaster1.xml"/><Relationship Id="rId19" Type="http://schemas.openxmlformats.org/officeDocument/2006/relationships/slide" Target="slides/slide12.xml"/><Relationship Id="rId6" Type="http://schemas.openxmlformats.org/officeDocument/2006/relationships/slideMaster" Target="slideMasters/slideMaster2.xml"/><Relationship Id="rId18" Type="http://schemas.openxmlformats.org/officeDocument/2006/relationships/slide" Target="slides/slide11.xml"/><Relationship Id="rId7" Type="http://schemas.openxmlformats.org/officeDocument/2006/relationships/notesMaster" Target="notesMasters/notesMaster1.xml"/><Relationship Id="rId8"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fbc72b8567_3_7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1" name="Google Shape;131;g3fbc72b8567_3_7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 sz="1200" u="none" cap="none" strike="noStrike">
                <a:solidFill>
                  <a:schemeClr val="dk1"/>
                </a:solidFill>
                <a:latin typeface="Calibri"/>
                <a:ea typeface="Calibri"/>
                <a:cs typeface="Calibri"/>
                <a:sym typeface="Calibri"/>
              </a:rPr>
              <a:t>Keep this up for ten seconds. No preamble.</a:t>
            </a:r>
            <a:endParaRPr/>
          </a:p>
        </p:txBody>
      </p:sp>
      <p:sp>
        <p:nvSpPr>
          <p:cNvPr id="132" name="Google Shape;132;g3fbc72b8567_3_7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h4b0f6e75ff9c5190_6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h4b0f6e75ff9c5190_6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h4b0f6e75ff9c5190_6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h4b0f6e75ff9c5190_6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h4b0f6e75ff9c5190_6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h4b0f6e75ff9c5190_6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fbc72b8567_3_8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6" name="Google Shape;156;g3fbc72b8567_3_8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 sz="1200">
                <a:solidFill>
                  <a:schemeClr val="dk1"/>
                </a:solidFill>
                <a:latin typeface="Calibri"/>
                <a:ea typeface="Calibri"/>
                <a:cs typeface="Calibri"/>
                <a:sym typeface="Calibri"/>
              </a:rPr>
              <a:t>Two things to land here. First, this was never a research project — it is a rebuild of something that already ran the client's business, so "does it give the same answers" was always the test. Second, the thing exists and runs today; we are not describing a plan.</a:t>
            </a:r>
            <a:endParaRPr/>
          </a:p>
        </p:txBody>
      </p:sp>
      <p:sp>
        <p:nvSpPr>
          <p:cNvPr id="157" name="Google Shape;157;g3fbc72b8567_3_8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fbc72b8567_3_8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3" name="Google Shape;163;g3fbc72b8567_3_8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 sz="1200">
                <a:solidFill>
                  <a:schemeClr val="dk1"/>
                </a:solidFill>
                <a:latin typeface="Calibri"/>
                <a:ea typeface="Calibri"/>
                <a:cs typeface="Calibri"/>
                <a:sym typeface="Calibri"/>
              </a:rPr>
              <a:t>The third point is worth a sentence. In a pricing system that number is the whole product, so we made "did anything change" a mechanical check rather than a matter of opinion. Every time we change the code, every price the system has ever published is regenerated and compared. That is how we can tell you a restructuring changed nothing.</a:t>
            </a:r>
            <a:endParaRPr/>
          </a:p>
        </p:txBody>
      </p:sp>
      <p:sp>
        <p:nvSpPr>
          <p:cNvPr id="164" name="Google Shape;164;g3fbc72b8567_3_8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fbc72b8567_3_9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0" name="Google Shape;170;g3fbc72b8567_3_9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 sz="1200">
                <a:solidFill>
                  <a:schemeClr val="dk1"/>
                </a:solidFill>
                <a:latin typeface="Calibri"/>
                <a:ea typeface="Calibri"/>
                <a:cs typeface="Calibri"/>
                <a:sym typeface="Calibri"/>
              </a:rPr>
              <a:t>The honest reading of this chart is the second bullet. Of what is left, roughly eight securities in ten are blocked on data we have formally requested, and two in ten are work we have scoped but not started. That distinction is the whole message of this meeting.</a:t>
            </a:r>
            <a:endParaRPr/>
          </a:p>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rPr lang="en" sz="1200">
                <a:solidFill>
                  <a:schemeClr val="dk1"/>
                </a:solidFill>
                <a:latin typeface="Calibri"/>
                <a:ea typeface="Calibri"/>
                <a:cs typeface="Calibri"/>
                <a:sym typeface="Calibri"/>
              </a:rPr>
              <a:t>For reference:</a:t>
            </a:r>
            <a:endParaRPr/>
          </a:p>
          <a:p>
            <a:pPr indent="0" lvl="0" marL="0" marR="0" rtl="0" algn="l">
              <a:spcBef>
                <a:spcPts val="0"/>
              </a:spcBef>
              <a:spcAft>
                <a:spcPts val="0"/>
              </a:spcAft>
              <a:buNone/>
            </a:pPr>
            <a:r>
              <a:rPr lang="en" sz="1200">
                <a:solidFill>
                  <a:schemeClr val="dk1"/>
                </a:solidFill>
                <a:latin typeface="Calibri"/>
                <a:ea typeface="Calibri"/>
                <a:cs typeface="Calibri"/>
                <a:sym typeface="Calibri"/>
              </a:rPr>
              <a:t>  securities</a:t>
            </a:r>
            <a:endParaRPr/>
          </a:p>
          <a:p>
            <a:pPr indent="0" lvl="0" marL="0" marR="0" rtl="0" algn="l">
              <a:spcBef>
                <a:spcPts val="0"/>
              </a:spcBef>
              <a:spcAft>
                <a:spcPts val="0"/>
              </a:spcAft>
              <a:buNone/>
            </a:pPr>
            <a:r>
              <a:rPr lang="en" sz="1200">
                <a:solidFill>
                  <a:schemeClr val="dk1"/>
                </a:solidFill>
                <a:latin typeface="Calibri"/>
                <a:ea typeface="Calibri"/>
                <a:cs typeface="Calibri"/>
                <a:sym typeface="Calibri"/>
              </a:rPr>
              <a:t>  **Priced today** | **766** | every ordinary bond in the portfolio</a:t>
            </a:r>
            <a:endParaRPr/>
          </a:p>
          <a:p>
            <a:pPr indent="0" lvl="0" marL="0" marR="0" rtl="0" algn="l">
              <a:spcBef>
                <a:spcPts val="0"/>
              </a:spcBef>
              <a:spcAft>
                <a:spcPts val="0"/>
              </a:spcAft>
              <a:buNone/>
            </a:pPr>
            <a:r>
              <a:rPr lang="en" sz="1200">
                <a:solidFill>
                  <a:schemeClr val="dk1"/>
                </a:solidFill>
                <a:latin typeface="Calibri"/>
                <a:ea typeface="Calibri"/>
                <a:cs typeface="Calibri"/>
                <a:sym typeface="Calibri"/>
              </a:rPr>
              <a:t>  Waiting on data we have asked for | 1,046 | 882 mortgage securities + 164 bonds whose terms are not in the file we were given</a:t>
            </a:r>
            <a:endParaRPr/>
          </a:p>
          <a:p>
            <a:pPr indent="0" lvl="0" marL="0" marR="0" rtl="0" algn="l">
              <a:spcBef>
                <a:spcPts val="0"/>
              </a:spcBef>
              <a:spcAft>
                <a:spcPts val="0"/>
              </a:spcAft>
              <a:buNone/>
            </a:pPr>
            <a:r>
              <a:rPr lang="en" sz="1200">
                <a:solidFill>
                  <a:schemeClr val="dk1"/>
                </a:solidFill>
                <a:latin typeface="Calibri"/>
                <a:ea typeface="Calibri"/>
                <a:cs typeface="Calibri"/>
                <a:sym typeface="Calibri"/>
              </a:rPr>
              <a:t>  Scoped, not yet built | 412 | the other pooled products</a:t>
            </a:r>
            <a:endParaRPr/>
          </a:p>
          <a:p>
            <a:pPr indent="0" lvl="0" marL="0" marR="0" rtl="0" algn="l">
              <a:spcBef>
                <a:spcPts val="0"/>
              </a:spcBef>
              <a:spcAft>
                <a:spcPts val="0"/>
              </a:spcAft>
              <a:buNone/>
            </a:pPr>
            <a:r>
              <a:rPr lang="en" sz="1200">
                <a:solidFill>
                  <a:schemeClr val="dk1"/>
                </a:solidFill>
                <a:latin typeface="Calibri"/>
                <a:ea typeface="Calibri"/>
                <a:cs typeface="Calibri"/>
                <a:sym typeface="Calibri"/>
              </a:rPr>
              <a:t>  Excluded by the client, or out of scope | 36</a:t>
            </a:r>
            <a:endParaRPr/>
          </a:p>
        </p:txBody>
      </p:sp>
      <p:sp>
        <p:nvSpPr>
          <p:cNvPr id="171" name="Google Shape;171;g3fbc72b8567_3_9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h4b0f6e75ff9c5190_6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h4b0f6e75ff9c5190_6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h4b0f6e75ff9c5190_6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h4b0f6e75ff9c5190_6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3fbc72b8567_3_10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0" name="Google Shape;190;g3fbc72b8567_3_10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 sz="1200">
                <a:solidFill>
                  <a:schemeClr val="dk1"/>
                </a:solidFill>
                <a:latin typeface="Calibri"/>
                <a:ea typeface="Calibri"/>
                <a:cs typeface="Calibri"/>
                <a:sym typeface="Calibri"/>
              </a:rPr>
              <a:t>None of these three checks uses anything we control. That is the point — we are not grading our own homework. The third one also caught something: the client's records are struck one day after the valuation date. Small, but nobody knew it.</a:t>
            </a:r>
            <a:endParaRPr/>
          </a:p>
        </p:txBody>
      </p:sp>
      <p:sp>
        <p:nvSpPr>
          <p:cNvPr id="191" name="Google Shape;191;g3fbc72b8567_3_10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fbc72b8567_3_10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7" name="Google Shape;197;g3fbc72b8567_3_10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 sz="1200">
                <a:solidFill>
                  <a:schemeClr val="dk1"/>
                </a:solidFill>
                <a:latin typeface="Calibri"/>
                <a:ea typeface="Calibri"/>
                <a:cs typeface="Calibri"/>
                <a:sym typeface="Calibri"/>
              </a:rPr>
              <a:t>Be straight that the 412 is genuine remaining work, not a data problem. What makes it tractable is that the hard parts — the cash-flow machinery, the option model, the market data plumbing — are built and proven on the 766.</a:t>
            </a:r>
            <a:endParaRPr/>
          </a:p>
        </p:txBody>
      </p:sp>
      <p:sp>
        <p:nvSpPr>
          <p:cNvPr id="198" name="Google Shape;198;g3fbc72b8567_3_10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3fbc72b8567_3_1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4" name="Google Shape;204;g3fbc72b8567_3_1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 sz="1200">
                <a:solidFill>
                  <a:schemeClr val="dk1"/>
                </a:solidFill>
                <a:latin typeface="Calibri"/>
                <a:ea typeface="Calibri"/>
                <a:cs typeface="Calibri"/>
                <a:sym typeface="Calibri"/>
              </a:rPr>
              <a:t>This matters commercially. The deliverable is not a service they have to keep buying; it is an asset they own and can run. That was the brief and it is met.</a:t>
            </a:r>
            <a:endParaRPr/>
          </a:p>
        </p:txBody>
      </p:sp>
      <p:sp>
        <p:nvSpPr>
          <p:cNvPr id="205" name="Google Shape;205;g3fbc72b8567_3_11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14"/>
          <p:cNvSpPr txBox="1"/>
          <p:nvPr>
            <p:ph idx="10" type="dt"/>
          </p:nvPr>
        </p:nvSpPr>
        <p:spPr>
          <a:xfrm>
            <a:off x="342900" y="4767263"/>
            <a:ext cx="16002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8" name="Google Shape;58;p14"/>
          <p:cNvSpPr txBox="1"/>
          <p:nvPr>
            <p:ph idx="11" type="ftr"/>
          </p:nvPr>
        </p:nvSpPr>
        <p:spPr>
          <a:xfrm>
            <a:off x="2343150" y="4767263"/>
            <a:ext cx="21717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Google Shape;59;p14"/>
          <p:cNvSpPr txBox="1"/>
          <p:nvPr>
            <p:ph idx="12" type="sldNum"/>
          </p:nvPr>
        </p:nvSpPr>
        <p:spPr>
          <a:xfrm>
            <a:off x="4914900" y="4767263"/>
            <a:ext cx="16002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0" name="Shape 60"/>
        <p:cNvGrpSpPr/>
        <p:nvPr/>
      </p:nvGrpSpPr>
      <p:grpSpPr>
        <a:xfrm>
          <a:off x="0" y="0"/>
          <a:ext cx="0" cy="0"/>
          <a:chOff x="0" y="0"/>
          <a:chExt cx="0" cy="0"/>
        </a:xfrm>
      </p:grpSpPr>
      <p:sp>
        <p:nvSpPr>
          <p:cNvPr id="61" name="Google Shape;61;p15"/>
          <p:cNvSpPr txBox="1"/>
          <p:nvPr>
            <p:ph type="ctrTitle"/>
          </p:nvPr>
        </p:nvSpPr>
        <p:spPr>
          <a:xfrm>
            <a:off x="514350" y="1597819"/>
            <a:ext cx="5829300" cy="1102519"/>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2" name="Google Shape;62;p15"/>
          <p:cNvSpPr txBox="1"/>
          <p:nvPr>
            <p:ph idx="1" type="subTitle"/>
          </p:nvPr>
        </p:nvSpPr>
        <p:spPr>
          <a:xfrm>
            <a:off x="1028700" y="2914650"/>
            <a:ext cx="4800600" cy="1314450"/>
          </a:xfrm>
          <a:prstGeom prst="rect">
            <a:avLst/>
          </a:prstGeom>
          <a:noFill/>
          <a:ln>
            <a:noFill/>
          </a:ln>
        </p:spPr>
        <p:txBody>
          <a:bodyPr anchorCtr="0" anchor="t" bIns="34275" lIns="68575" spcFirstLastPara="1" rIns="68575" wrap="square" tIns="34275">
            <a:normAutofit/>
          </a:bodyPr>
          <a:lstStyle>
            <a:lvl1pPr lvl="0" algn="ctr">
              <a:spcBef>
                <a:spcPts val="500"/>
              </a:spcBef>
              <a:spcAft>
                <a:spcPts val="0"/>
              </a:spcAft>
              <a:buClr>
                <a:srgbClr val="888888"/>
              </a:buClr>
              <a:buSzPts val="2400"/>
              <a:buNone/>
              <a:defRPr>
                <a:solidFill>
                  <a:srgbClr val="888888"/>
                </a:solidFill>
              </a:defRPr>
            </a:lvl1pPr>
            <a:lvl2pPr lvl="1" algn="ctr">
              <a:spcBef>
                <a:spcPts val="400"/>
              </a:spcBef>
              <a:spcAft>
                <a:spcPts val="0"/>
              </a:spcAft>
              <a:buClr>
                <a:srgbClr val="888888"/>
              </a:buClr>
              <a:buSzPts val="2100"/>
              <a:buNone/>
              <a:defRPr>
                <a:solidFill>
                  <a:srgbClr val="888888"/>
                </a:solidFill>
              </a:defRPr>
            </a:lvl2pPr>
            <a:lvl3pPr lvl="2" algn="ctr">
              <a:spcBef>
                <a:spcPts val="400"/>
              </a:spcBef>
              <a:spcAft>
                <a:spcPts val="0"/>
              </a:spcAft>
              <a:buClr>
                <a:srgbClr val="888888"/>
              </a:buClr>
              <a:buSzPts val="1800"/>
              <a:buNone/>
              <a:defRPr>
                <a:solidFill>
                  <a:srgbClr val="888888"/>
                </a:solidFill>
              </a:defRPr>
            </a:lvl3pPr>
            <a:lvl4pPr lvl="3" algn="ctr">
              <a:spcBef>
                <a:spcPts val="300"/>
              </a:spcBef>
              <a:spcAft>
                <a:spcPts val="0"/>
              </a:spcAft>
              <a:buClr>
                <a:srgbClr val="888888"/>
              </a:buClr>
              <a:buSzPts val="1500"/>
              <a:buNone/>
              <a:defRPr>
                <a:solidFill>
                  <a:srgbClr val="888888"/>
                </a:solidFill>
              </a:defRPr>
            </a:lvl4pPr>
            <a:lvl5pPr lvl="4" algn="ctr">
              <a:spcBef>
                <a:spcPts val="300"/>
              </a:spcBef>
              <a:spcAft>
                <a:spcPts val="0"/>
              </a:spcAft>
              <a:buClr>
                <a:srgbClr val="888888"/>
              </a:buClr>
              <a:buSzPts val="1500"/>
              <a:buNone/>
              <a:defRPr>
                <a:solidFill>
                  <a:srgbClr val="888888"/>
                </a:solidFill>
              </a:defRPr>
            </a:lvl5pPr>
            <a:lvl6pPr lvl="5" algn="ctr">
              <a:spcBef>
                <a:spcPts val="300"/>
              </a:spcBef>
              <a:spcAft>
                <a:spcPts val="0"/>
              </a:spcAft>
              <a:buClr>
                <a:srgbClr val="888888"/>
              </a:buClr>
              <a:buSzPts val="1500"/>
              <a:buNone/>
              <a:defRPr>
                <a:solidFill>
                  <a:srgbClr val="888888"/>
                </a:solidFill>
              </a:defRPr>
            </a:lvl6pPr>
            <a:lvl7pPr lvl="6" algn="ctr">
              <a:spcBef>
                <a:spcPts val="300"/>
              </a:spcBef>
              <a:spcAft>
                <a:spcPts val="0"/>
              </a:spcAft>
              <a:buClr>
                <a:srgbClr val="888888"/>
              </a:buClr>
              <a:buSzPts val="1500"/>
              <a:buNone/>
              <a:defRPr>
                <a:solidFill>
                  <a:srgbClr val="888888"/>
                </a:solidFill>
              </a:defRPr>
            </a:lvl7pPr>
            <a:lvl8pPr lvl="7" algn="ctr">
              <a:spcBef>
                <a:spcPts val="300"/>
              </a:spcBef>
              <a:spcAft>
                <a:spcPts val="0"/>
              </a:spcAft>
              <a:buClr>
                <a:srgbClr val="888888"/>
              </a:buClr>
              <a:buSzPts val="1500"/>
              <a:buNone/>
              <a:defRPr>
                <a:solidFill>
                  <a:srgbClr val="888888"/>
                </a:solidFill>
              </a:defRPr>
            </a:lvl8pPr>
            <a:lvl9pPr lvl="8" algn="ctr">
              <a:spcBef>
                <a:spcPts val="300"/>
              </a:spcBef>
              <a:spcAft>
                <a:spcPts val="0"/>
              </a:spcAft>
              <a:buClr>
                <a:srgbClr val="888888"/>
              </a:buClr>
              <a:buSzPts val="1500"/>
              <a:buNone/>
              <a:defRPr>
                <a:solidFill>
                  <a:srgbClr val="888888"/>
                </a:solidFill>
              </a:defRPr>
            </a:lvl9pPr>
          </a:lstStyle>
          <a:p/>
        </p:txBody>
      </p:sp>
      <p:sp>
        <p:nvSpPr>
          <p:cNvPr id="63" name="Google Shape;63;p15"/>
          <p:cNvSpPr txBox="1"/>
          <p:nvPr>
            <p:ph idx="10" type="dt"/>
          </p:nvPr>
        </p:nvSpPr>
        <p:spPr>
          <a:xfrm>
            <a:off x="342900" y="4767263"/>
            <a:ext cx="16002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4" name="Google Shape;64;p15"/>
          <p:cNvSpPr txBox="1"/>
          <p:nvPr>
            <p:ph idx="11" type="ftr"/>
          </p:nvPr>
        </p:nvSpPr>
        <p:spPr>
          <a:xfrm>
            <a:off x="2343150" y="4767263"/>
            <a:ext cx="21717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5" name="Google Shape;65;p15"/>
          <p:cNvSpPr txBox="1"/>
          <p:nvPr>
            <p:ph idx="12" type="sldNum"/>
          </p:nvPr>
        </p:nvSpPr>
        <p:spPr>
          <a:xfrm>
            <a:off x="4914900" y="4767263"/>
            <a:ext cx="16002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6" name="Shape 66"/>
        <p:cNvGrpSpPr/>
        <p:nvPr/>
      </p:nvGrpSpPr>
      <p:grpSpPr>
        <a:xfrm>
          <a:off x="0" y="0"/>
          <a:ext cx="0" cy="0"/>
          <a:chOff x="0" y="0"/>
          <a:chExt cx="0" cy="0"/>
        </a:xfrm>
      </p:grpSpPr>
      <p:sp>
        <p:nvSpPr>
          <p:cNvPr id="67" name="Google Shape;67;p16"/>
          <p:cNvSpPr txBox="1"/>
          <p:nvPr>
            <p:ph type="title"/>
          </p:nvPr>
        </p:nvSpPr>
        <p:spPr>
          <a:xfrm>
            <a:off x="342900" y="205978"/>
            <a:ext cx="6172200" cy="85725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8" name="Google Shape;68;p16"/>
          <p:cNvSpPr txBox="1"/>
          <p:nvPr>
            <p:ph idx="1" type="body"/>
          </p:nvPr>
        </p:nvSpPr>
        <p:spPr>
          <a:xfrm>
            <a:off x="342900" y="1200150"/>
            <a:ext cx="6172200" cy="3394472"/>
          </a:xfrm>
          <a:prstGeom prst="rect">
            <a:avLst/>
          </a:prstGeom>
          <a:noFill/>
          <a:ln>
            <a:noFill/>
          </a:ln>
        </p:spPr>
        <p:txBody>
          <a:bodyPr anchorCtr="0" anchor="t" bIns="34275" lIns="68575" spcFirstLastPara="1" rIns="68575" wrap="square" tIns="34275">
            <a:normAutofit/>
          </a:bodyPr>
          <a:lstStyle>
            <a:lvl1pPr indent="-317500" lvl="0" marL="457200" algn="l">
              <a:spcBef>
                <a:spcPts val="300"/>
              </a:spcBef>
              <a:spcAft>
                <a:spcPts val="0"/>
              </a:spcAft>
              <a:buClr>
                <a:schemeClr val="dk1"/>
              </a:buClr>
              <a:buSzPts val="1400"/>
              <a:buChar char="•"/>
              <a:defRPr/>
            </a:lvl1pPr>
            <a:lvl2pPr indent="-317500" lvl="1" marL="914400" algn="l">
              <a:spcBef>
                <a:spcPts val="300"/>
              </a:spcBef>
              <a:spcAft>
                <a:spcPts val="0"/>
              </a:spcAft>
              <a:buClr>
                <a:schemeClr val="dk1"/>
              </a:buClr>
              <a:buSzPts val="1400"/>
              <a:buChar char="–"/>
              <a:defRPr/>
            </a:lvl2pPr>
            <a:lvl3pPr indent="-317500" lvl="2" marL="1371600" algn="l">
              <a:spcBef>
                <a:spcPts val="300"/>
              </a:spcBef>
              <a:spcAft>
                <a:spcPts val="0"/>
              </a:spcAft>
              <a:buClr>
                <a:schemeClr val="dk1"/>
              </a:buClr>
              <a:buSzPts val="1400"/>
              <a:buChar char="•"/>
              <a:defRPr/>
            </a:lvl3pPr>
            <a:lvl4pPr indent="-317500" lvl="3" marL="1828800" algn="l">
              <a:spcBef>
                <a:spcPts val="300"/>
              </a:spcBef>
              <a:spcAft>
                <a:spcPts val="0"/>
              </a:spcAft>
              <a:buClr>
                <a:schemeClr val="dk1"/>
              </a:buClr>
              <a:buSzPts val="1400"/>
              <a:buChar char="–"/>
              <a:defRPr/>
            </a:lvl4pPr>
            <a:lvl5pPr indent="-317500" lvl="4" marL="2286000" algn="l">
              <a:spcBef>
                <a:spcPts val="300"/>
              </a:spcBef>
              <a:spcAft>
                <a:spcPts val="0"/>
              </a:spcAft>
              <a:buClr>
                <a:schemeClr val="dk1"/>
              </a:buClr>
              <a:buSzPts val="1400"/>
              <a:buChar char="»"/>
              <a:defRPr/>
            </a:lvl5pPr>
            <a:lvl6pPr indent="-317500" lvl="5" marL="2743200" algn="l">
              <a:spcBef>
                <a:spcPts val="300"/>
              </a:spcBef>
              <a:spcAft>
                <a:spcPts val="0"/>
              </a:spcAft>
              <a:buClr>
                <a:schemeClr val="dk1"/>
              </a:buClr>
              <a:buSzPts val="1400"/>
              <a:buChar char="•"/>
              <a:defRPr/>
            </a:lvl6pPr>
            <a:lvl7pPr indent="-317500" lvl="6" marL="3200400" algn="l">
              <a:spcBef>
                <a:spcPts val="300"/>
              </a:spcBef>
              <a:spcAft>
                <a:spcPts val="0"/>
              </a:spcAft>
              <a:buClr>
                <a:schemeClr val="dk1"/>
              </a:buClr>
              <a:buSzPts val="1400"/>
              <a:buChar char="•"/>
              <a:defRPr/>
            </a:lvl7pPr>
            <a:lvl8pPr indent="-317500" lvl="7" marL="3657600" algn="l">
              <a:spcBef>
                <a:spcPts val="300"/>
              </a:spcBef>
              <a:spcAft>
                <a:spcPts val="0"/>
              </a:spcAft>
              <a:buClr>
                <a:schemeClr val="dk1"/>
              </a:buClr>
              <a:buSzPts val="1400"/>
              <a:buChar char="•"/>
              <a:defRPr/>
            </a:lvl8pPr>
            <a:lvl9pPr indent="-317500" lvl="8" marL="4114800" algn="l">
              <a:spcBef>
                <a:spcPts val="300"/>
              </a:spcBef>
              <a:spcAft>
                <a:spcPts val="0"/>
              </a:spcAft>
              <a:buClr>
                <a:schemeClr val="dk1"/>
              </a:buClr>
              <a:buSzPts val="1400"/>
              <a:buChar char="•"/>
              <a:defRPr/>
            </a:lvl9pPr>
          </a:lstStyle>
          <a:p/>
        </p:txBody>
      </p:sp>
      <p:sp>
        <p:nvSpPr>
          <p:cNvPr id="69" name="Google Shape;69;p16"/>
          <p:cNvSpPr txBox="1"/>
          <p:nvPr>
            <p:ph idx="10" type="dt"/>
          </p:nvPr>
        </p:nvSpPr>
        <p:spPr>
          <a:xfrm>
            <a:off x="342900" y="4767263"/>
            <a:ext cx="16002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0" name="Google Shape;70;p16"/>
          <p:cNvSpPr txBox="1"/>
          <p:nvPr>
            <p:ph idx="11" type="ftr"/>
          </p:nvPr>
        </p:nvSpPr>
        <p:spPr>
          <a:xfrm>
            <a:off x="2343150" y="4767263"/>
            <a:ext cx="21717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1" name="Google Shape;71;p16"/>
          <p:cNvSpPr txBox="1"/>
          <p:nvPr>
            <p:ph idx="12" type="sldNum"/>
          </p:nvPr>
        </p:nvSpPr>
        <p:spPr>
          <a:xfrm>
            <a:off x="4914900" y="4767263"/>
            <a:ext cx="16002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2" name="Shape 72"/>
        <p:cNvGrpSpPr/>
        <p:nvPr/>
      </p:nvGrpSpPr>
      <p:grpSpPr>
        <a:xfrm>
          <a:off x="0" y="0"/>
          <a:ext cx="0" cy="0"/>
          <a:chOff x="0" y="0"/>
          <a:chExt cx="0" cy="0"/>
        </a:xfrm>
      </p:grpSpPr>
      <p:sp>
        <p:nvSpPr>
          <p:cNvPr id="73" name="Google Shape;73;p17"/>
          <p:cNvSpPr txBox="1"/>
          <p:nvPr>
            <p:ph type="title"/>
          </p:nvPr>
        </p:nvSpPr>
        <p:spPr>
          <a:xfrm>
            <a:off x="541735" y="3305175"/>
            <a:ext cx="5829300" cy="1021556"/>
          </a:xfrm>
          <a:prstGeom prst="rect">
            <a:avLst/>
          </a:prstGeom>
          <a:noFill/>
          <a:ln>
            <a:noFill/>
          </a:ln>
        </p:spPr>
        <p:txBody>
          <a:bodyPr anchorCtr="0" anchor="t" bIns="34275" lIns="68575" spcFirstLastPara="1" rIns="68575" wrap="square" tIns="34275">
            <a:normAutofit/>
          </a:bodyPr>
          <a:lstStyle>
            <a:lvl1pPr lvl="0" algn="l">
              <a:spcBef>
                <a:spcPts val="0"/>
              </a:spcBef>
              <a:spcAft>
                <a:spcPts val="0"/>
              </a:spcAft>
              <a:buClr>
                <a:schemeClr val="dk1"/>
              </a:buClr>
              <a:buSzPts val="3000"/>
              <a:buFont typeface="Calibri"/>
              <a:buNone/>
              <a:defRPr b="1" sz="3000" cap="none"/>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4" name="Google Shape;74;p17"/>
          <p:cNvSpPr txBox="1"/>
          <p:nvPr>
            <p:ph idx="1" type="body"/>
          </p:nvPr>
        </p:nvSpPr>
        <p:spPr>
          <a:xfrm>
            <a:off x="541735" y="2180035"/>
            <a:ext cx="5829300" cy="1125140"/>
          </a:xfrm>
          <a:prstGeom prst="rect">
            <a:avLst/>
          </a:prstGeom>
          <a:noFill/>
          <a:ln>
            <a:noFill/>
          </a:ln>
        </p:spPr>
        <p:txBody>
          <a:bodyPr anchorCtr="0" anchor="b" bIns="34275" lIns="68575" spcFirstLastPara="1" rIns="68575" wrap="square" tIns="34275">
            <a:normAutofit/>
          </a:bodyPr>
          <a:lstStyle>
            <a:lvl1pPr indent="-228600" lvl="0" marL="457200" algn="l">
              <a:spcBef>
                <a:spcPts val="300"/>
              </a:spcBef>
              <a:spcAft>
                <a:spcPts val="0"/>
              </a:spcAft>
              <a:buClr>
                <a:srgbClr val="888888"/>
              </a:buClr>
              <a:buSzPts val="1500"/>
              <a:buNone/>
              <a:defRPr sz="1500">
                <a:solidFill>
                  <a:srgbClr val="888888"/>
                </a:solidFill>
              </a:defRPr>
            </a:lvl1pPr>
            <a:lvl2pPr indent="-228600" lvl="1" marL="914400" algn="l">
              <a:spcBef>
                <a:spcPts val="300"/>
              </a:spcBef>
              <a:spcAft>
                <a:spcPts val="0"/>
              </a:spcAft>
              <a:buClr>
                <a:srgbClr val="888888"/>
              </a:buClr>
              <a:buSzPts val="1400"/>
              <a:buNone/>
              <a:defRPr sz="1400">
                <a:solidFill>
                  <a:srgbClr val="888888"/>
                </a:solidFill>
              </a:defRPr>
            </a:lvl2pPr>
            <a:lvl3pPr indent="-228600" lvl="2" marL="1371600" algn="l">
              <a:spcBef>
                <a:spcPts val="200"/>
              </a:spcBef>
              <a:spcAft>
                <a:spcPts val="0"/>
              </a:spcAft>
              <a:buClr>
                <a:srgbClr val="888888"/>
              </a:buClr>
              <a:buSzPts val="1200"/>
              <a:buNone/>
              <a:defRPr sz="1200">
                <a:solidFill>
                  <a:srgbClr val="888888"/>
                </a:solidFill>
              </a:defRPr>
            </a:lvl3pPr>
            <a:lvl4pPr indent="-228600" lvl="3" marL="1828800" algn="l">
              <a:spcBef>
                <a:spcPts val="200"/>
              </a:spcBef>
              <a:spcAft>
                <a:spcPts val="0"/>
              </a:spcAft>
              <a:buClr>
                <a:srgbClr val="888888"/>
              </a:buClr>
              <a:buSzPts val="1100"/>
              <a:buNone/>
              <a:defRPr sz="1100">
                <a:solidFill>
                  <a:srgbClr val="888888"/>
                </a:solidFill>
              </a:defRPr>
            </a:lvl4pPr>
            <a:lvl5pPr indent="-228600" lvl="4" marL="2286000" algn="l">
              <a:spcBef>
                <a:spcPts val="200"/>
              </a:spcBef>
              <a:spcAft>
                <a:spcPts val="0"/>
              </a:spcAft>
              <a:buClr>
                <a:srgbClr val="888888"/>
              </a:buClr>
              <a:buSzPts val="1100"/>
              <a:buNone/>
              <a:defRPr sz="1100">
                <a:solidFill>
                  <a:srgbClr val="888888"/>
                </a:solidFill>
              </a:defRPr>
            </a:lvl5pPr>
            <a:lvl6pPr indent="-228600" lvl="5" marL="2743200" algn="l">
              <a:spcBef>
                <a:spcPts val="200"/>
              </a:spcBef>
              <a:spcAft>
                <a:spcPts val="0"/>
              </a:spcAft>
              <a:buClr>
                <a:srgbClr val="888888"/>
              </a:buClr>
              <a:buSzPts val="1100"/>
              <a:buNone/>
              <a:defRPr sz="1100">
                <a:solidFill>
                  <a:srgbClr val="888888"/>
                </a:solidFill>
              </a:defRPr>
            </a:lvl6pPr>
            <a:lvl7pPr indent="-228600" lvl="6" marL="3200400" algn="l">
              <a:spcBef>
                <a:spcPts val="200"/>
              </a:spcBef>
              <a:spcAft>
                <a:spcPts val="0"/>
              </a:spcAft>
              <a:buClr>
                <a:srgbClr val="888888"/>
              </a:buClr>
              <a:buSzPts val="1100"/>
              <a:buNone/>
              <a:defRPr sz="1100">
                <a:solidFill>
                  <a:srgbClr val="888888"/>
                </a:solidFill>
              </a:defRPr>
            </a:lvl7pPr>
            <a:lvl8pPr indent="-228600" lvl="7" marL="3657600" algn="l">
              <a:spcBef>
                <a:spcPts val="200"/>
              </a:spcBef>
              <a:spcAft>
                <a:spcPts val="0"/>
              </a:spcAft>
              <a:buClr>
                <a:srgbClr val="888888"/>
              </a:buClr>
              <a:buSzPts val="1100"/>
              <a:buNone/>
              <a:defRPr sz="1100">
                <a:solidFill>
                  <a:srgbClr val="888888"/>
                </a:solidFill>
              </a:defRPr>
            </a:lvl8pPr>
            <a:lvl9pPr indent="-228600" lvl="8" marL="4114800" algn="l">
              <a:spcBef>
                <a:spcPts val="200"/>
              </a:spcBef>
              <a:spcAft>
                <a:spcPts val="0"/>
              </a:spcAft>
              <a:buClr>
                <a:srgbClr val="888888"/>
              </a:buClr>
              <a:buSzPts val="1100"/>
              <a:buNone/>
              <a:defRPr sz="1100">
                <a:solidFill>
                  <a:srgbClr val="888888"/>
                </a:solidFill>
              </a:defRPr>
            </a:lvl9pPr>
          </a:lstStyle>
          <a:p/>
        </p:txBody>
      </p:sp>
      <p:sp>
        <p:nvSpPr>
          <p:cNvPr id="75" name="Google Shape;75;p17"/>
          <p:cNvSpPr txBox="1"/>
          <p:nvPr>
            <p:ph idx="10" type="dt"/>
          </p:nvPr>
        </p:nvSpPr>
        <p:spPr>
          <a:xfrm>
            <a:off x="342900" y="4767263"/>
            <a:ext cx="16002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6" name="Google Shape;76;p17"/>
          <p:cNvSpPr txBox="1"/>
          <p:nvPr>
            <p:ph idx="11" type="ftr"/>
          </p:nvPr>
        </p:nvSpPr>
        <p:spPr>
          <a:xfrm>
            <a:off x="2343150" y="4767263"/>
            <a:ext cx="21717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7" name="Google Shape;77;p17"/>
          <p:cNvSpPr txBox="1"/>
          <p:nvPr>
            <p:ph idx="12" type="sldNum"/>
          </p:nvPr>
        </p:nvSpPr>
        <p:spPr>
          <a:xfrm>
            <a:off x="4914900" y="4767263"/>
            <a:ext cx="16002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8" name="Shape 78"/>
        <p:cNvGrpSpPr/>
        <p:nvPr/>
      </p:nvGrpSpPr>
      <p:grpSpPr>
        <a:xfrm>
          <a:off x="0" y="0"/>
          <a:ext cx="0" cy="0"/>
          <a:chOff x="0" y="0"/>
          <a:chExt cx="0" cy="0"/>
        </a:xfrm>
      </p:grpSpPr>
      <p:sp>
        <p:nvSpPr>
          <p:cNvPr id="79" name="Google Shape;79;p18"/>
          <p:cNvSpPr txBox="1"/>
          <p:nvPr>
            <p:ph type="title"/>
          </p:nvPr>
        </p:nvSpPr>
        <p:spPr>
          <a:xfrm>
            <a:off x="342900" y="205978"/>
            <a:ext cx="6172200" cy="85725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80" name="Google Shape;80;p18"/>
          <p:cNvSpPr txBox="1"/>
          <p:nvPr>
            <p:ph idx="1" type="body"/>
          </p:nvPr>
        </p:nvSpPr>
        <p:spPr>
          <a:xfrm>
            <a:off x="342900" y="1200150"/>
            <a:ext cx="3028950" cy="3394472"/>
          </a:xfrm>
          <a:prstGeom prst="rect">
            <a:avLst/>
          </a:prstGeom>
          <a:noFill/>
          <a:ln>
            <a:noFill/>
          </a:ln>
        </p:spPr>
        <p:txBody>
          <a:bodyPr anchorCtr="0" anchor="t" bIns="34275" lIns="68575" spcFirstLastPara="1" rIns="68575" wrap="square" tIns="34275">
            <a:normAutofit/>
          </a:bodyPr>
          <a:lstStyle>
            <a:lvl1pPr indent="-361950" lvl="0" marL="457200" algn="l">
              <a:spcBef>
                <a:spcPts val="400"/>
              </a:spcBef>
              <a:spcAft>
                <a:spcPts val="0"/>
              </a:spcAft>
              <a:buClr>
                <a:schemeClr val="dk1"/>
              </a:buClr>
              <a:buSzPts val="2100"/>
              <a:buChar char="•"/>
              <a:defRPr sz="2100"/>
            </a:lvl1pPr>
            <a:lvl2pPr indent="-342900" lvl="1" marL="914400" algn="l">
              <a:spcBef>
                <a:spcPts val="400"/>
              </a:spcBef>
              <a:spcAft>
                <a:spcPts val="0"/>
              </a:spcAft>
              <a:buClr>
                <a:schemeClr val="dk1"/>
              </a:buClr>
              <a:buSzPts val="1800"/>
              <a:buChar char="–"/>
              <a:defRPr sz="1800"/>
            </a:lvl2pPr>
            <a:lvl3pPr indent="-323850" lvl="2" marL="1371600" algn="l">
              <a:spcBef>
                <a:spcPts val="300"/>
              </a:spcBef>
              <a:spcAft>
                <a:spcPts val="0"/>
              </a:spcAft>
              <a:buClr>
                <a:schemeClr val="dk1"/>
              </a:buClr>
              <a:buSzPts val="1500"/>
              <a:buChar char="•"/>
              <a:defRPr sz="1500"/>
            </a:lvl3pPr>
            <a:lvl4pPr indent="-317500" lvl="3" marL="1828800" algn="l">
              <a:spcBef>
                <a:spcPts val="300"/>
              </a:spcBef>
              <a:spcAft>
                <a:spcPts val="0"/>
              </a:spcAft>
              <a:buClr>
                <a:schemeClr val="dk1"/>
              </a:buClr>
              <a:buSzPts val="1400"/>
              <a:buChar char="–"/>
              <a:defRPr sz="1400"/>
            </a:lvl4pPr>
            <a:lvl5pPr indent="-317500" lvl="4" marL="2286000" algn="l">
              <a:spcBef>
                <a:spcPts val="300"/>
              </a:spcBef>
              <a:spcAft>
                <a:spcPts val="0"/>
              </a:spcAft>
              <a:buClr>
                <a:schemeClr val="dk1"/>
              </a:buClr>
              <a:buSzPts val="1400"/>
              <a:buChar char="»"/>
              <a:defRPr sz="1400"/>
            </a:lvl5pPr>
            <a:lvl6pPr indent="-317500" lvl="5" marL="2743200" algn="l">
              <a:spcBef>
                <a:spcPts val="300"/>
              </a:spcBef>
              <a:spcAft>
                <a:spcPts val="0"/>
              </a:spcAft>
              <a:buClr>
                <a:schemeClr val="dk1"/>
              </a:buClr>
              <a:buSzPts val="1400"/>
              <a:buChar char="•"/>
              <a:defRPr sz="1400"/>
            </a:lvl6pPr>
            <a:lvl7pPr indent="-317500" lvl="6" marL="3200400" algn="l">
              <a:spcBef>
                <a:spcPts val="300"/>
              </a:spcBef>
              <a:spcAft>
                <a:spcPts val="0"/>
              </a:spcAft>
              <a:buClr>
                <a:schemeClr val="dk1"/>
              </a:buClr>
              <a:buSzPts val="1400"/>
              <a:buChar char="•"/>
              <a:defRPr sz="1400"/>
            </a:lvl7pPr>
            <a:lvl8pPr indent="-317500" lvl="7" marL="3657600" algn="l">
              <a:spcBef>
                <a:spcPts val="300"/>
              </a:spcBef>
              <a:spcAft>
                <a:spcPts val="0"/>
              </a:spcAft>
              <a:buClr>
                <a:schemeClr val="dk1"/>
              </a:buClr>
              <a:buSzPts val="1400"/>
              <a:buChar char="•"/>
              <a:defRPr sz="1400"/>
            </a:lvl8pPr>
            <a:lvl9pPr indent="-317500" lvl="8" marL="4114800" algn="l">
              <a:spcBef>
                <a:spcPts val="300"/>
              </a:spcBef>
              <a:spcAft>
                <a:spcPts val="0"/>
              </a:spcAft>
              <a:buClr>
                <a:schemeClr val="dk1"/>
              </a:buClr>
              <a:buSzPts val="1400"/>
              <a:buChar char="•"/>
              <a:defRPr sz="1400"/>
            </a:lvl9pPr>
          </a:lstStyle>
          <a:p/>
        </p:txBody>
      </p:sp>
      <p:sp>
        <p:nvSpPr>
          <p:cNvPr id="81" name="Google Shape;81;p18"/>
          <p:cNvSpPr txBox="1"/>
          <p:nvPr>
            <p:ph idx="2" type="body"/>
          </p:nvPr>
        </p:nvSpPr>
        <p:spPr>
          <a:xfrm>
            <a:off x="3486150" y="1200150"/>
            <a:ext cx="3028950" cy="3394472"/>
          </a:xfrm>
          <a:prstGeom prst="rect">
            <a:avLst/>
          </a:prstGeom>
          <a:noFill/>
          <a:ln>
            <a:noFill/>
          </a:ln>
        </p:spPr>
        <p:txBody>
          <a:bodyPr anchorCtr="0" anchor="t" bIns="34275" lIns="68575" spcFirstLastPara="1" rIns="68575" wrap="square" tIns="34275">
            <a:normAutofit/>
          </a:bodyPr>
          <a:lstStyle>
            <a:lvl1pPr indent="-361950" lvl="0" marL="457200" algn="l">
              <a:spcBef>
                <a:spcPts val="400"/>
              </a:spcBef>
              <a:spcAft>
                <a:spcPts val="0"/>
              </a:spcAft>
              <a:buClr>
                <a:schemeClr val="dk1"/>
              </a:buClr>
              <a:buSzPts val="2100"/>
              <a:buChar char="•"/>
              <a:defRPr sz="2100"/>
            </a:lvl1pPr>
            <a:lvl2pPr indent="-342900" lvl="1" marL="914400" algn="l">
              <a:spcBef>
                <a:spcPts val="400"/>
              </a:spcBef>
              <a:spcAft>
                <a:spcPts val="0"/>
              </a:spcAft>
              <a:buClr>
                <a:schemeClr val="dk1"/>
              </a:buClr>
              <a:buSzPts val="1800"/>
              <a:buChar char="–"/>
              <a:defRPr sz="1800"/>
            </a:lvl2pPr>
            <a:lvl3pPr indent="-323850" lvl="2" marL="1371600" algn="l">
              <a:spcBef>
                <a:spcPts val="300"/>
              </a:spcBef>
              <a:spcAft>
                <a:spcPts val="0"/>
              </a:spcAft>
              <a:buClr>
                <a:schemeClr val="dk1"/>
              </a:buClr>
              <a:buSzPts val="1500"/>
              <a:buChar char="•"/>
              <a:defRPr sz="1500"/>
            </a:lvl3pPr>
            <a:lvl4pPr indent="-317500" lvl="3" marL="1828800" algn="l">
              <a:spcBef>
                <a:spcPts val="300"/>
              </a:spcBef>
              <a:spcAft>
                <a:spcPts val="0"/>
              </a:spcAft>
              <a:buClr>
                <a:schemeClr val="dk1"/>
              </a:buClr>
              <a:buSzPts val="1400"/>
              <a:buChar char="–"/>
              <a:defRPr sz="1400"/>
            </a:lvl4pPr>
            <a:lvl5pPr indent="-317500" lvl="4" marL="2286000" algn="l">
              <a:spcBef>
                <a:spcPts val="300"/>
              </a:spcBef>
              <a:spcAft>
                <a:spcPts val="0"/>
              </a:spcAft>
              <a:buClr>
                <a:schemeClr val="dk1"/>
              </a:buClr>
              <a:buSzPts val="1400"/>
              <a:buChar char="»"/>
              <a:defRPr sz="1400"/>
            </a:lvl5pPr>
            <a:lvl6pPr indent="-317500" lvl="5" marL="2743200" algn="l">
              <a:spcBef>
                <a:spcPts val="300"/>
              </a:spcBef>
              <a:spcAft>
                <a:spcPts val="0"/>
              </a:spcAft>
              <a:buClr>
                <a:schemeClr val="dk1"/>
              </a:buClr>
              <a:buSzPts val="1400"/>
              <a:buChar char="•"/>
              <a:defRPr sz="1400"/>
            </a:lvl6pPr>
            <a:lvl7pPr indent="-317500" lvl="6" marL="3200400" algn="l">
              <a:spcBef>
                <a:spcPts val="300"/>
              </a:spcBef>
              <a:spcAft>
                <a:spcPts val="0"/>
              </a:spcAft>
              <a:buClr>
                <a:schemeClr val="dk1"/>
              </a:buClr>
              <a:buSzPts val="1400"/>
              <a:buChar char="•"/>
              <a:defRPr sz="1400"/>
            </a:lvl7pPr>
            <a:lvl8pPr indent="-317500" lvl="7" marL="3657600" algn="l">
              <a:spcBef>
                <a:spcPts val="300"/>
              </a:spcBef>
              <a:spcAft>
                <a:spcPts val="0"/>
              </a:spcAft>
              <a:buClr>
                <a:schemeClr val="dk1"/>
              </a:buClr>
              <a:buSzPts val="1400"/>
              <a:buChar char="•"/>
              <a:defRPr sz="1400"/>
            </a:lvl8pPr>
            <a:lvl9pPr indent="-317500" lvl="8" marL="4114800" algn="l">
              <a:spcBef>
                <a:spcPts val="300"/>
              </a:spcBef>
              <a:spcAft>
                <a:spcPts val="0"/>
              </a:spcAft>
              <a:buClr>
                <a:schemeClr val="dk1"/>
              </a:buClr>
              <a:buSzPts val="1400"/>
              <a:buChar char="•"/>
              <a:defRPr sz="1400"/>
            </a:lvl9pPr>
          </a:lstStyle>
          <a:p/>
        </p:txBody>
      </p:sp>
      <p:sp>
        <p:nvSpPr>
          <p:cNvPr id="82" name="Google Shape;82;p18"/>
          <p:cNvSpPr txBox="1"/>
          <p:nvPr>
            <p:ph idx="10" type="dt"/>
          </p:nvPr>
        </p:nvSpPr>
        <p:spPr>
          <a:xfrm>
            <a:off x="342900" y="4767263"/>
            <a:ext cx="16002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3" name="Google Shape;83;p18"/>
          <p:cNvSpPr txBox="1"/>
          <p:nvPr>
            <p:ph idx="11" type="ftr"/>
          </p:nvPr>
        </p:nvSpPr>
        <p:spPr>
          <a:xfrm>
            <a:off x="2343150" y="4767263"/>
            <a:ext cx="21717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4" name="Google Shape;84;p18"/>
          <p:cNvSpPr txBox="1"/>
          <p:nvPr>
            <p:ph idx="12" type="sldNum"/>
          </p:nvPr>
        </p:nvSpPr>
        <p:spPr>
          <a:xfrm>
            <a:off x="4914900" y="4767263"/>
            <a:ext cx="16002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85" name="Shape 85"/>
        <p:cNvGrpSpPr/>
        <p:nvPr/>
      </p:nvGrpSpPr>
      <p:grpSpPr>
        <a:xfrm>
          <a:off x="0" y="0"/>
          <a:ext cx="0" cy="0"/>
          <a:chOff x="0" y="0"/>
          <a:chExt cx="0" cy="0"/>
        </a:xfrm>
      </p:grpSpPr>
      <p:sp>
        <p:nvSpPr>
          <p:cNvPr id="86" name="Google Shape;86;p19"/>
          <p:cNvSpPr txBox="1"/>
          <p:nvPr>
            <p:ph type="title"/>
          </p:nvPr>
        </p:nvSpPr>
        <p:spPr>
          <a:xfrm>
            <a:off x="342900" y="205978"/>
            <a:ext cx="6172200" cy="85725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3300"/>
              <a:buFont typeface="Calibri"/>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87" name="Google Shape;87;p19"/>
          <p:cNvSpPr txBox="1"/>
          <p:nvPr>
            <p:ph idx="1" type="body"/>
          </p:nvPr>
        </p:nvSpPr>
        <p:spPr>
          <a:xfrm>
            <a:off x="342900" y="1151335"/>
            <a:ext cx="3030141" cy="479822"/>
          </a:xfrm>
          <a:prstGeom prst="rect">
            <a:avLst/>
          </a:prstGeom>
          <a:noFill/>
          <a:ln>
            <a:noFill/>
          </a:ln>
        </p:spPr>
        <p:txBody>
          <a:bodyPr anchorCtr="0" anchor="b" bIns="34275" lIns="68575" spcFirstLastPara="1" rIns="68575" wrap="square" tIns="34275">
            <a:normAutofit/>
          </a:bodyPr>
          <a:lstStyle>
            <a:lvl1pPr indent="-228600" lvl="0" marL="457200" algn="l">
              <a:spcBef>
                <a:spcPts val="400"/>
              </a:spcBef>
              <a:spcAft>
                <a:spcPts val="0"/>
              </a:spcAft>
              <a:buClr>
                <a:schemeClr val="dk1"/>
              </a:buClr>
              <a:buSzPts val="1800"/>
              <a:buNone/>
              <a:defRPr b="1" sz="1800"/>
            </a:lvl1pPr>
            <a:lvl2pPr indent="-228600" lvl="1" marL="914400" algn="l">
              <a:spcBef>
                <a:spcPts val="300"/>
              </a:spcBef>
              <a:spcAft>
                <a:spcPts val="0"/>
              </a:spcAft>
              <a:buClr>
                <a:schemeClr val="dk1"/>
              </a:buClr>
              <a:buSzPts val="1500"/>
              <a:buNone/>
              <a:defRPr b="1" sz="1500"/>
            </a:lvl2pPr>
            <a:lvl3pPr indent="-228600" lvl="2" marL="1371600" algn="l">
              <a:spcBef>
                <a:spcPts val="300"/>
              </a:spcBef>
              <a:spcAft>
                <a:spcPts val="0"/>
              </a:spcAft>
              <a:buClr>
                <a:schemeClr val="dk1"/>
              </a:buClr>
              <a:buSzPts val="1400"/>
              <a:buNone/>
              <a:defRPr b="1" sz="1400"/>
            </a:lvl3pPr>
            <a:lvl4pPr indent="-228600" lvl="3" marL="1828800" algn="l">
              <a:spcBef>
                <a:spcPts val="200"/>
              </a:spcBef>
              <a:spcAft>
                <a:spcPts val="0"/>
              </a:spcAft>
              <a:buClr>
                <a:schemeClr val="dk1"/>
              </a:buClr>
              <a:buSzPts val="1200"/>
              <a:buNone/>
              <a:defRPr b="1" sz="1200"/>
            </a:lvl4pPr>
            <a:lvl5pPr indent="-228600" lvl="4" marL="2286000" algn="l">
              <a:spcBef>
                <a:spcPts val="200"/>
              </a:spcBef>
              <a:spcAft>
                <a:spcPts val="0"/>
              </a:spcAft>
              <a:buClr>
                <a:schemeClr val="dk1"/>
              </a:buClr>
              <a:buSzPts val="1200"/>
              <a:buNone/>
              <a:defRPr b="1" sz="1200"/>
            </a:lvl5pPr>
            <a:lvl6pPr indent="-228600" lvl="5" marL="2743200" algn="l">
              <a:spcBef>
                <a:spcPts val="200"/>
              </a:spcBef>
              <a:spcAft>
                <a:spcPts val="0"/>
              </a:spcAft>
              <a:buClr>
                <a:schemeClr val="dk1"/>
              </a:buClr>
              <a:buSzPts val="1200"/>
              <a:buNone/>
              <a:defRPr b="1" sz="1200"/>
            </a:lvl6pPr>
            <a:lvl7pPr indent="-228600" lvl="6" marL="3200400" algn="l">
              <a:spcBef>
                <a:spcPts val="200"/>
              </a:spcBef>
              <a:spcAft>
                <a:spcPts val="0"/>
              </a:spcAft>
              <a:buClr>
                <a:schemeClr val="dk1"/>
              </a:buClr>
              <a:buSzPts val="1200"/>
              <a:buNone/>
              <a:defRPr b="1" sz="1200"/>
            </a:lvl7pPr>
            <a:lvl8pPr indent="-228600" lvl="7" marL="3657600" algn="l">
              <a:spcBef>
                <a:spcPts val="200"/>
              </a:spcBef>
              <a:spcAft>
                <a:spcPts val="0"/>
              </a:spcAft>
              <a:buClr>
                <a:schemeClr val="dk1"/>
              </a:buClr>
              <a:buSzPts val="1200"/>
              <a:buNone/>
              <a:defRPr b="1" sz="1200"/>
            </a:lvl8pPr>
            <a:lvl9pPr indent="-228600" lvl="8" marL="4114800" algn="l">
              <a:spcBef>
                <a:spcPts val="200"/>
              </a:spcBef>
              <a:spcAft>
                <a:spcPts val="0"/>
              </a:spcAft>
              <a:buClr>
                <a:schemeClr val="dk1"/>
              </a:buClr>
              <a:buSzPts val="1200"/>
              <a:buNone/>
              <a:defRPr b="1" sz="1200"/>
            </a:lvl9pPr>
          </a:lstStyle>
          <a:p/>
        </p:txBody>
      </p:sp>
      <p:sp>
        <p:nvSpPr>
          <p:cNvPr id="88" name="Google Shape;88;p19"/>
          <p:cNvSpPr txBox="1"/>
          <p:nvPr>
            <p:ph idx="2" type="body"/>
          </p:nvPr>
        </p:nvSpPr>
        <p:spPr>
          <a:xfrm>
            <a:off x="342900" y="1631156"/>
            <a:ext cx="3030141" cy="2963466"/>
          </a:xfrm>
          <a:prstGeom prst="rect">
            <a:avLst/>
          </a:prstGeom>
          <a:noFill/>
          <a:ln>
            <a:noFill/>
          </a:ln>
        </p:spPr>
        <p:txBody>
          <a:bodyPr anchorCtr="0" anchor="t" bIns="34275" lIns="68575" spcFirstLastPara="1" rIns="68575" wrap="square" tIns="34275">
            <a:normAutofit/>
          </a:bodyPr>
          <a:lstStyle>
            <a:lvl1pPr indent="-342900" lvl="0" marL="457200" algn="l">
              <a:spcBef>
                <a:spcPts val="400"/>
              </a:spcBef>
              <a:spcAft>
                <a:spcPts val="0"/>
              </a:spcAft>
              <a:buClr>
                <a:schemeClr val="dk1"/>
              </a:buClr>
              <a:buSzPts val="1800"/>
              <a:buChar char="•"/>
              <a:defRPr sz="1800"/>
            </a:lvl1pPr>
            <a:lvl2pPr indent="-323850" lvl="1" marL="914400" algn="l">
              <a:spcBef>
                <a:spcPts val="300"/>
              </a:spcBef>
              <a:spcAft>
                <a:spcPts val="0"/>
              </a:spcAft>
              <a:buClr>
                <a:schemeClr val="dk1"/>
              </a:buClr>
              <a:buSzPts val="1500"/>
              <a:buChar char="–"/>
              <a:defRPr sz="1500"/>
            </a:lvl2pPr>
            <a:lvl3pPr indent="-317500" lvl="2" marL="1371600" algn="l">
              <a:spcBef>
                <a:spcPts val="300"/>
              </a:spcBef>
              <a:spcAft>
                <a:spcPts val="0"/>
              </a:spcAft>
              <a:buClr>
                <a:schemeClr val="dk1"/>
              </a:buClr>
              <a:buSzPts val="1400"/>
              <a:buChar char="•"/>
              <a:defRPr sz="1400"/>
            </a:lvl3pPr>
            <a:lvl4pPr indent="-304800" lvl="3" marL="1828800" algn="l">
              <a:spcBef>
                <a:spcPts val="200"/>
              </a:spcBef>
              <a:spcAft>
                <a:spcPts val="0"/>
              </a:spcAft>
              <a:buClr>
                <a:schemeClr val="dk1"/>
              </a:buClr>
              <a:buSzPts val="1200"/>
              <a:buChar char="–"/>
              <a:defRPr sz="1200"/>
            </a:lvl4pPr>
            <a:lvl5pPr indent="-304800" lvl="4" marL="2286000" algn="l">
              <a:spcBef>
                <a:spcPts val="200"/>
              </a:spcBef>
              <a:spcAft>
                <a:spcPts val="0"/>
              </a:spcAft>
              <a:buClr>
                <a:schemeClr val="dk1"/>
              </a:buClr>
              <a:buSzPts val="1200"/>
              <a:buChar char="»"/>
              <a:defRPr sz="1200"/>
            </a:lvl5pPr>
            <a:lvl6pPr indent="-304800" lvl="5" marL="2743200" algn="l">
              <a:spcBef>
                <a:spcPts val="200"/>
              </a:spcBef>
              <a:spcAft>
                <a:spcPts val="0"/>
              </a:spcAft>
              <a:buClr>
                <a:schemeClr val="dk1"/>
              </a:buClr>
              <a:buSzPts val="1200"/>
              <a:buChar char="•"/>
              <a:defRPr sz="1200"/>
            </a:lvl6pPr>
            <a:lvl7pPr indent="-304800" lvl="6" marL="3200400" algn="l">
              <a:spcBef>
                <a:spcPts val="200"/>
              </a:spcBef>
              <a:spcAft>
                <a:spcPts val="0"/>
              </a:spcAft>
              <a:buClr>
                <a:schemeClr val="dk1"/>
              </a:buClr>
              <a:buSzPts val="1200"/>
              <a:buChar char="•"/>
              <a:defRPr sz="1200"/>
            </a:lvl7pPr>
            <a:lvl8pPr indent="-304800" lvl="7" marL="3657600" algn="l">
              <a:spcBef>
                <a:spcPts val="200"/>
              </a:spcBef>
              <a:spcAft>
                <a:spcPts val="0"/>
              </a:spcAft>
              <a:buClr>
                <a:schemeClr val="dk1"/>
              </a:buClr>
              <a:buSzPts val="1200"/>
              <a:buChar char="•"/>
              <a:defRPr sz="1200"/>
            </a:lvl8pPr>
            <a:lvl9pPr indent="-304800" lvl="8" marL="4114800" algn="l">
              <a:spcBef>
                <a:spcPts val="200"/>
              </a:spcBef>
              <a:spcAft>
                <a:spcPts val="0"/>
              </a:spcAft>
              <a:buClr>
                <a:schemeClr val="dk1"/>
              </a:buClr>
              <a:buSzPts val="1200"/>
              <a:buChar char="•"/>
              <a:defRPr sz="1200"/>
            </a:lvl9pPr>
          </a:lstStyle>
          <a:p/>
        </p:txBody>
      </p:sp>
      <p:sp>
        <p:nvSpPr>
          <p:cNvPr id="89" name="Google Shape;89;p19"/>
          <p:cNvSpPr txBox="1"/>
          <p:nvPr>
            <p:ph idx="3" type="body"/>
          </p:nvPr>
        </p:nvSpPr>
        <p:spPr>
          <a:xfrm>
            <a:off x="3483769" y="1151335"/>
            <a:ext cx="3031331" cy="479822"/>
          </a:xfrm>
          <a:prstGeom prst="rect">
            <a:avLst/>
          </a:prstGeom>
          <a:noFill/>
          <a:ln>
            <a:noFill/>
          </a:ln>
        </p:spPr>
        <p:txBody>
          <a:bodyPr anchorCtr="0" anchor="b" bIns="34275" lIns="68575" spcFirstLastPara="1" rIns="68575" wrap="square" tIns="34275">
            <a:normAutofit/>
          </a:bodyPr>
          <a:lstStyle>
            <a:lvl1pPr indent="-228600" lvl="0" marL="457200" algn="l">
              <a:spcBef>
                <a:spcPts val="400"/>
              </a:spcBef>
              <a:spcAft>
                <a:spcPts val="0"/>
              </a:spcAft>
              <a:buClr>
                <a:schemeClr val="dk1"/>
              </a:buClr>
              <a:buSzPts val="1800"/>
              <a:buNone/>
              <a:defRPr b="1" sz="1800"/>
            </a:lvl1pPr>
            <a:lvl2pPr indent="-228600" lvl="1" marL="914400" algn="l">
              <a:spcBef>
                <a:spcPts val="300"/>
              </a:spcBef>
              <a:spcAft>
                <a:spcPts val="0"/>
              </a:spcAft>
              <a:buClr>
                <a:schemeClr val="dk1"/>
              </a:buClr>
              <a:buSzPts val="1500"/>
              <a:buNone/>
              <a:defRPr b="1" sz="1500"/>
            </a:lvl2pPr>
            <a:lvl3pPr indent="-228600" lvl="2" marL="1371600" algn="l">
              <a:spcBef>
                <a:spcPts val="300"/>
              </a:spcBef>
              <a:spcAft>
                <a:spcPts val="0"/>
              </a:spcAft>
              <a:buClr>
                <a:schemeClr val="dk1"/>
              </a:buClr>
              <a:buSzPts val="1400"/>
              <a:buNone/>
              <a:defRPr b="1" sz="1400"/>
            </a:lvl3pPr>
            <a:lvl4pPr indent="-228600" lvl="3" marL="1828800" algn="l">
              <a:spcBef>
                <a:spcPts val="200"/>
              </a:spcBef>
              <a:spcAft>
                <a:spcPts val="0"/>
              </a:spcAft>
              <a:buClr>
                <a:schemeClr val="dk1"/>
              </a:buClr>
              <a:buSzPts val="1200"/>
              <a:buNone/>
              <a:defRPr b="1" sz="1200"/>
            </a:lvl4pPr>
            <a:lvl5pPr indent="-228600" lvl="4" marL="2286000" algn="l">
              <a:spcBef>
                <a:spcPts val="200"/>
              </a:spcBef>
              <a:spcAft>
                <a:spcPts val="0"/>
              </a:spcAft>
              <a:buClr>
                <a:schemeClr val="dk1"/>
              </a:buClr>
              <a:buSzPts val="1200"/>
              <a:buNone/>
              <a:defRPr b="1" sz="1200"/>
            </a:lvl5pPr>
            <a:lvl6pPr indent="-228600" lvl="5" marL="2743200" algn="l">
              <a:spcBef>
                <a:spcPts val="200"/>
              </a:spcBef>
              <a:spcAft>
                <a:spcPts val="0"/>
              </a:spcAft>
              <a:buClr>
                <a:schemeClr val="dk1"/>
              </a:buClr>
              <a:buSzPts val="1200"/>
              <a:buNone/>
              <a:defRPr b="1" sz="1200"/>
            </a:lvl6pPr>
            <a:lvl7pPr indent="-228600" lvl="6" marL="3200400" algn="l">
              <a:spcBef>
                <a:spcPts val="200"/>
              </a:spcBef>
              <a:spcAft>
                <a:spcPts val="0"/>
              </a:spcAft>
              <a:buClr>
                <a:schemeClr val="dk1"/>
              </a:buClr>
              <a:buSzPts val="1200"/>
              <a:buNone/>
              <a:defRPr b="1" sz="1200"/>
            </a:lvl7pPr>
            <a:lvl8pPr indent="-228600" lvl="7" marL="3657600" algn="l">
              <a:spcBef>
                <a:spcPts val="200"/>
              </a:spcBef>
              <a:spcAft>
                <a:spcPts val="0"/>
              </a:spcAft>
              <a:buClr>
                <a:schemeClr val="dk1"/>
              </a:buClr>
              <a:buSzPts val="1200"/>
              <a:buNone/>
              <a:defRPr b="1" sz="1200"/>
            </a:lvl8pPr>
            <a:lvl9pPr indent="-228600" lvl="8" marL="4114800" algn="l">
              <a:spcBef>
                <a:spcPts val="200"/>
              </a:spcBef>
              <a:spcAft>
                <a:spcPts val="0"/>
              </a:spcAft>
              <a:buClr>
                <a:schemeClr val="dk1"/>
              </a:buClr>
              <a:buSzPts val="1200"/>
              <a:buNone/>
              <a:defRPr b="1" sz="1200"/>
            </a:lvl9pPr>
          </a:lstStyle>
          <a:p/>
        </p:txBody>
      </p:sp>
      <p:sp>
        <p:nvSpPr>
          <p:cNvPr id="90" name="Google Shape;90;p19"/>
          <p:cNvSpPr txBox="1"/>
          <p:nvPr>
            <p:ph idx="4" type="body"/>
          </p:nvPr>
        </p:nvSpPr>
        <p:spPr>
          <a:xfrm>
            <a:off x="3483769" y="1631156"/>
            <a:ext cx="3031331" cy="2963466"/>
          </a:xfrm>
          <a:prstGeom prst="rect">
            <a:avLst/>
          </a:prstGeom>
          <a:noFill/>
          <a:ln>
            <a:noFill/>
          </a:ln>
        </p:spPr>
        <p:txBody>
          <a:bodyPr anchorCtr="0" anchor="t" bIns="34275" lIns="68575" spcFirstLastPara="1" rIns="68575" wrap="square" tIns="34275">
            <a:normAutofit/>
          </a:bodyPr>
          <a:lstStyle>
            <a:lvl1pPr indent="-342900" lvl="0" marL="457200" algn="l">
              <a:spcBef>
                <a:spcPts val="400"/>
              </a:spcBef>
              <a:spcAft>
                <a:spcPts val="0"/>
              </a:spcAft>
              <a:buClr>
                <a:schemeClr val="dk1"/>
              </a:buClr>
              <a:buSzPts val="1800"/>
              <a:buChar char="•"/>
              <a:defRPr sz="1800"/>
            </a:lvl1pPr>
            <a:lvl2pPr indent="-323850" lvl="1" marL="914400" algn="l">
              <a:spcBef>
                <a:spcPts val="300"/>
              </a:spcBef>
              <a:spcAft>
                <a:spcPts val="0"/>
              </a:spcAft>
              <a:buClr>
                <a:schemeClr val="dk1"/>
              </a:buClr>
              <a:buSzPts val="1500"/>
              <a:buChar char="–"/>
              <a:defRPr sz="1500"/>
            </a:lvl2pPr>
            <a:lvl3pPr indent="-317500" lvl="2" marL="1371600" algn="l">
              <a:spcBef>
                <a:spcPts val="300"/>
              </a:spcBef>
              <a:spcAft>
                <a:spcPts val="0"/>
              </a:spcAft>
              <a:buClr>
                <a:schemeClr val="dk1"/>
              </a:buClr>
              <a:buSzPts val="1400"/>
              <a:buChar char="•"/>
              <a:defRPr sz="1400"/>
            </a:lvl3pPr>
            <a:lvl4pPr indent="-304800" lvl="3" marL="1828800" algn="l">
              <a:spcBef>
                <a:spcPts val="200"/>
              </a:spcBef>
              <a:spcAft>
                <a:spcPts val="0"/>
              </a:spcAft>
              <a:buClr>
                <a:schemeClr val="dk1"/>
              </a:buClr>
              <a:buSzPts val="1200"/>
              <a:buChar char="–"/>
              <a:defRPr sz="1200"/>
            </a:lvl4pPr>
            <a:lvl5pPr indent="-304800" lvl="4" marL="2286000" algn="l">
              <a:spcBef>
                <a:spcPts val="200"/>
              </a:spcBef>
              <a:spcAft>
                <a:spcPts val="0"/>
              </a:spcAft>
              <a:buClr>
                <a:schemeClr val="dk1"/>
              </a:buClr>
              <a:buSzPts val="1200"/>
              <a:buChar char="»"/>
              <a:defRPr sz="1200"/>
            </a:lvl5pPr>
            <a:lvl6pPr indent="-304800" lvl="5" marL="2743200" algn="l">
              <a:spcBef>
                <a:spcPts val="200"/>
              </a:spcBef>
              <a:spcAft>
                <a:spcPts val="0"/>
              </a:spcAft>
              <a:buClr>
                <a:schemeClr val="dk1"/>
              </a:buClr>
              <a:buSzPts val="1200"/>
              <a:buChar char="•"/>
              <a:defRPr sz="1200"/>
            </a:lvl6pPr>
            <a:lvl7pPr indent="-304800" lvl="6" marL="3200400" algn="l">
              <a:spcBef>
                <a:spcPts val="200"/>
              </a:spcBef>
              <a:spcAft>
                <a:spcPts val="0"/>
              </a:spcAft>
              <a:buClr>
                <a:schemeClr val="dk1"/>
              </a:buClr>
              <a:buSzPts val="1200"/>
              <a:buChar char="•"/>
              <a:defRPr sz="1200"/>
            </a:lvl7pPr>
            <a:lvl8pPr indent="-304800" lvl="7" marL="3657600" algn="l">
              <a:spcBef>
                <a:spcPts val="200"/>
              </a:spcBef>
              <a:spcAft>
                <a:spcPts val="0"/>
              </a:spcAft>
              <a:buClr>
                <a:schemeClr val="dk1"/>
              </a:buClr>
              <a:buSzPts val="1200"/>
              <a:buChar char="•"/>
              <a:defRPr sz="1200"/>
            </a:lvl8pPr>
            <a:lvl9pPr indent="-304800" lvl="8" marL="4114800" algn="l">
              <a:spcBef>
                <a:spcPts val="200"/>
              </a:spcBef>
              <a:spcAft>
                <a:spcPts val="0"/>
              </a:spcAft>
              <a:buClr>
                <a:schemeClr val="dk1"/>
              </a:buClr>
              <a:buSzPts val="1200"/>
              <a:buChar char="•"/>
              <a:defRPr sz="1200"/>
            </a:lvl9pPr>
          </a:lstStyle>
          <a:p/>
        </p:txBody>
      </p:sp>
      <p:sp>
        <p:nvSpPr>
          <p:cNvPr id="91" name="Google Shape;91;p19"/>
          <p:cNvSpPr txBox="1"/>
          <p:nvPr>
            <p:ph idx="10" type="dt"/>
          </p:nvPr>
        </p:nvSpPr>
        <p:spPr>
          <a:xfrm>
            <a:off x="342900" y="4767263"/>
            <a:ext cx="16002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2" name="Google Shape;92;p19"/>
          <p:cNvSpPr txBox="1"/>
          <p:nvPr>
            <p:ph idx="11" type="ftr"/>
          </p:nvPr>
        </p:nvSpPr>
        <p:spPr>
          <a:xfrm>
            <a:off x="2343150" y="4767263"/>
            <a:ext cx="21717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3" name="Google Shape;93;p19"/>
          <p:cNvSpPr txBox="1"/>
          <p:nvPr>
            <p:ph idx="12" type="sldNum"/>
          </p:nvPr>
        </p:nvSpPr>
        <p:spPr>
          <a:xfrm>
            <a:off x="4914900" y="4767263"/>
            <a:ext cx="16002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4" name="Shape 94"/>
        <p:cNvGrpSpPr/>
        <p:nvPr/>
      </p:nvGrpSpPr>
      <p:grpSpPr>
        <a:xfrm>
          <a:off x="0" y="0"/>
          <a:ext cx="0" cy="0"/>
          <a:chOff x="0" y="0"/>
          <a:chExt cx="0" cy="0"/>
        </a:xfrm>
      </p:grpSpPr>
      <p:sp>
        <p:nvSpPr>
          <p:cNvPr id="95" name="Google Shape;95;p20"/>
          <p:cNvSpPr txBox="1"/>
          <p:nvPr>
            <p:ph type="title"/>
          </p:nvPr>
        </p:nvSpPr>
        <p:spPr>
          <a:xfrm>
            <a:off x="342900" y="205978"/>
            <a:ext cx="6172200" cy="85725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96" name="Google Shape;96;p20"/>
          <p:cNvSpPr txBox="1"/>
          <p:nvPr>
            <p:ph idx="10" type="dt"/>
          </p:nvPr>
        </p:nvSpPr>
        <p:spPr>
          <a:xfrm>
            <a:off x="342900" y="4767263"/>
            <a:ext cx="16002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7" name="Google Shape;97;p20"/>
          <p:cNvSpPr txBox="1"/>
          <p:nvPr>
            <p:ph idx="11" type="ftr"/>
          </p:nvPr>
        </p:nvSpPr>
        <p:spPr>
          <a:xfrm>
            <a:off x="2343150" y="4767263"/>
            <a:ext cx="21717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8" name="Google Shape;98;p20"/>
          <p:cNvSpPr txBox="1"/>
          <p:nvPr>
            <p:ph idx="12" type="sldNum"/>
          </p:nvPr>
        </p:nvSpPr>
        <p:spPr>
          <a:xfrm>
            <a:off x="4914900" y="4767263"/>
            <a:ext cx="16002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99" name="Shape 99"/>
        <p:cNvGrpSpPr/>
        <p:nvPr/>
      </p:nvGrpSpPr>
      <p:grpSpPr>
        <a:xfrm>
          <a:off x="0" y="0"/>
          <a:ext cx="0" cy="0"/>
          <a:chOff x="0" y="0"/>
          <a:chExt cx="0" cy="0"/>
        </a:xfrm>
      </p:grpSpPr>
      <p:sp>
        <p:nvSpPr>
          <p:cNvPr id="100" name="Google Shape;100;p21"/>
          <p:cNvSpPr txBox="1"/>
          <p:nvPr>
            <p:ph type="title"/>
          </p:nvPr>
        </p:nvSpPr>
        <p:spPr>
          <a:xfrm>
            <a:off x="342900" y="204788"/>
            <a:ext cx="2256235" cy="871538"/>
          </a:xfrm>
          <a:prstGeom prst="rect">
            <a:avLst/>
          </a:prstGeom>
          <a:noFill/>
          <a:ln>
            <a:noFill/>
          </a:ln>
        </p:spPr>
        <p:txBody>
          <a:bodyPr anchorCtr="0" anchor="b" bIns="34275" lIns="68575" spcFirstLastPara="1" rIns="68575" wrap="square" tIns="34275">
            <a:normAutofit/>
          </a:bodyPr>
          <a:lstStyle>
            <a:lvl1pPr lvl="0" algn="l">
              <a:spcBef>
                <a:spcPts val="0"/>
              </a:spcBef>
              <a:spcAft>
                <a:spcPts val="0"/>
              </a:spcAft>
              <a:buClr>
                <a:schemeClr val="dk1"/>
              </a:buClr>
              <a:buSzPts val="1500"/>
              <a:buFont typeface="Calibri"/>
              <a:buNone/>
              <a:defRPr b="1" sz="1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1" name="Google Shape;101;p21"/>
          <p:cNvSpPr txBox="1"/>
          <p:nvPr>
            <p:ph idx="1" type="body"/>
          </p:nvPr>
        </p:nvSpPr>
        <p:spPr>
          <a:xfrm>
            <a:off x="2681287" y="204788"/>
            <a:ext cx="3833813" cy="4389835"/>
          </a:xfrm>
          <a:prstGeom prst="rect">
            <a:avLst/>
          </a:prstGeom>
          <a:noFill/>
          <a:ln>
            <a:noFill/>
          </a:ln>
        </p:spPr>
        <p:txBody>
          <a:bodyPr anchorCtr="0" anchor="t" bIns="34275" lIns="68575" spcFirstLastPara="1" rIns="68575" wrap="square" tIns="34275">
            <a:normAutofit/>
          </a:bodyPr>
          <a:lstStyle>
            <a:lvl1pPr indent="-381000" lvl="0" marL="457200" algn="l">
              <a:spcBef>
                <a:spcPts val="500"/>
              </a:spcBef>
              <a:spcAft>
                <a:spcPts val="0"/>
              </a:spcAft>
              <a:buClr>
                <a:schemeClr val="dk1"/>
              </a:buClr>
              <a:buSzPts val="2400"/>
              <a:buChar char="•"/>
              <a:defRPr sz="2400"/>
            </a:lvl1pPr>
            <a:lvl2pPr indent="-361950" lvl="1" marL="914400" algn="l">
              <a:spcBef>
                <a:spcPts val="400"/>
              </a:spcBef>
              <a:spcAft>
                <a:spcPts val="0"/>
              </a:spcAft>
              <a:buClr>
                <a:schemeClr val="dk1"/>
              </a:buClr>
              <a:buSzPts val="2100"/>
              <a:buChar char="–"/>
              <a:defRPr sz="2100"/>
            </a:lvl2pPr>
            <a:lvl3pPr indent="-342900" lvl="2" marL="1371600" algn="l">
              <a:spcBef>
                <a:spcPts val="400"/>
              </a:spcBef>
              <a:spcAft>
                <a:spcPts val="0"/>
              </a:spcAft>
              <a:buClr>
                <a:schemeClr val="dk1"/>
              </a:buClr>
              <a:buSzPts val="1800"/>
              <a:buChar char="•"/>
              <a:defRPr sz="1800"/>
            </a:lvl3pPr>
            <a:lvl4pPr indent="-323850" lvl="3" marL="1828800" algn="l">
              <a:spcBef>
                <a:spcPts val="300"/>
              </a:spcBef>
              <a:spcAft>
                <a:spcPts val="0"/>
              </a:spcAft>
              <a:buClr>
                <a:schemeClr val="dk1"/>
              </a:buClr>
              <a:buSzPts val="1500"/>
              <a:buChar char="–"/>
              <a:defRPr sz="1500"/>
            </a:lvl4pPr>
            <a:lvl5pPr indent="-323850" lvl="4" marL="2286000" algn="l">
              <a:spcBef>
                <a:spcPts val="300"/>
              </a:spcBef>
              <a:spcAft>
                <a:spcPts val="0"/>
              </a:spcAft>
              <a:buClr>
                <a:schemeClr val="dk1"/>
              </a:buClr>
              <a:buSzPts val="1500"/>
              <a:buChar char="»"/>
              <a:defRPr sz="1500"/>
            </a:lvl5pPr>
            <a:lvl6pPr indent="-323850" lvl="5" marL="2743200" algn="l">
              <a:spcBef>
                <a:spcPts val="300"/>
              </a:spcBef>
              <a:spcAft>
                <a:spcPts val="0"/>
              </a:spcAft>
              <a:buClr>
                <a:schemeClr val="dk1"/>
              </a:buClr>
              <a:buSzPts val="1500"/>
              <a:buChar char="•"/>
              <a:defRPr sz="1500"/>
            </a:lvl6pPr>
            <a:lvl7pPr indent="-323850" lvl="6" marL="3200400" algn="l">
              <a:spcBef>
                <a:spcPts val="300"/>
              </a:spcBef>
              <a:spcAft>
                <a:spcPts val="0"/>
              </a:spcAft>
              <a:buClr>
                <a:schemeClr val="dk1"/>
              </a:buClr>
              <a:buSzPts val="1500"/>
              <a:buChar char="•"/>
              <a:defRPr sz="1500"/>
            </a:lvl7pPr>
            <a:lvl8pPr indent="-323850" lvl="7" marL="3657600" algn="l">
              <a:spcBef>
                <a:spcPts val="300"/>
              </a:spcBef>
              <a:spcAft>
                <a:spcPts val="0"/>
              </a:spcAft>
              <a:buClr>
                <a:schemeClr val="dk1"/>
              </a:buClr>
              <a:buSzPts val="1500"/>
              <a:buChar char="•"/>
              <a:defRPr sz="1500"/>
            </a:lvl8pPr>
            <a:lvl9pPr indent="-323850" lvl="8" marL="4114800" algn="l">
              <a:spcBef>
                <a:spcPts val="300"/>
              </a:spcBef>
              <a:spcAft>
                <a:spcPts val="0"/>
              </a:spcAft>
              <a:buClr>
                <a:schemeClr val="dk1"/>
              </a:buClr>
              <a:buSzPts val="1500"/>
              <a:buChar char="•"/>
              <a:defRPr sz="1500"/>
            </a:lvl9pPr>
          </a:lstStyle>
          <a:p/>
        </p:txBody>
      </p:sp>
      <p:sp>
        <p:nvSpPr>
          <p:cNvPr id="102" name="Google Shape;102;p21"/>
          <p:cNvSpPr txBox="1"/>
          <p:nvPr>
            <p:ph idx="2" type="body"/>
          </p:nvPr>
        </p:nvSpPr>
        <p:spPr>
          <a:xfrm>
            <a:off x="342900" y="1076325"/>
            <a:ext cx="2256235" cy="3518297"/>
          </a:xfrm>
          <a:prstGeom prst="rect">
            <a:avLst/>
          </a:prstGeom>
          <a:noFill/>
          <a:ln>
            <a:noFill/>
          </a:ln>
        </p:spPr>
        <p:txBody>
          <a:bodyPr anchorCtr="0" anchor="t" bIns="34275" lIns="68575" spcFirstLastPara="1" rIns="68575" wrap="square" tIns="34275">
            <a:normAutofit/>
          </a:bodyPr>
          <a:lstStyle>
            <a:lvl1pPr indent="-228600" lvl="0" marL="457200" algn="l">
              <a:spcBef>
                <a:spcPts val="200"/>
              </a:spcBef>
              <a:spcAft>
                <a:spcPts val="0"/>
              </a:spcAft>
              <a:buClr>
                <a:schemeClr val="dk1"/>
              </a:buClr>
              <a:buSzPts val="1100"/>
              <a:buNone/>
              <a:defRPr sz="1100"/>
            </a:lvl1pPr>
            <a:lvl2pPr indent="-228600" lvl="1" marL="914400" algn="l">
              <a:spcBef>
                <a:spcPts val="200"/>
              </a:spcBef>
              <a:spcAft>
                <a:spcPts val="0"/>
              </a:spcAft>
              <a:buClr>
                <a:schemeClr val="dk1"/>
              </a:buClr>
              <a:buSzPts val="900"/>
              <a:buNone/>
              <a:defRPr sz="900"/>
            </a:lvl2pPr>
            <a:lvl3pPr indent="-228600" lvl="2" marL="1371600" algn="l">
              <a:spcBef>
                <a:spcPts val="200"/>
              </a:spcBef>
              <a:spcAft>
                <a:spcPts val="0"/>
              </a:spcAft>
              <a:buClr>
                <a:schemeClr val="dk1"/>
              </a:buClr>
              <a:buSzPts val="800"/>
              <a:buNone/>
              <a:defRPr sz="800"/>
            </a:lvl3pPr>
            <a:lvl4pPr indent="-228600" lvl="3" marL="1828800" algn="l">
              <a:spcBef>
                <a:spcPts val="100"/>
              </a:spcBef>
              <a:spcAft>
                <a:spcPts val="0"/>
              </a:spcAft>
              <a:buClr>
                <a:schemeClr val="dk1"/>
              </a:buClr>
              <a:buSzPts val="700"/>
              <a:buNone/>
              <a:defRPr sz="700"/>
            </a:lvl4pPr>
            <a:lvl5pPr indent="-228600" lvl="4" marL="2286000" algn="l">
              <a:spcBef>
                <a:spcPts val="100"/>
              </a:spcBef>
              <a:spcAft>
                <a:spcPts val="0"/>
              </a:spcAft>
              <a:buClr>
                <a:schemeClr val="dk1"/>
              </a:buClr>
              <a:buSzPts val="700"/>
              <a:buNone/>
              <a:defRPr sz="700"/>
            </a:lvl5pPr>
            <a:lvl6pPr indent="-228600" lvl="5" marL="2743200" algn="l">
              <a:spcBef>
                <a:spcPts val="100"/>
              </a:spcBef>
              <a:spcAft>
                <a:spcPts val="0"/>
              </a:spcAft>
              <a:buClr>
                <a:schemeClr val="dk1"/>
              </a:buClr>
              <a:buSzPts val="700"/>
              <a:buNone/>
              <a:defRPr sz="700"/>
            </a:lvl6pPr>
            <a:lvl7pPr indent="-228600" lvl="6" marL="3200400" algn="l">
              <a:spcBef>
                <a:spcPts val="100"/>
              </a:spcBef>
              <a:spcAft>
                <a:spcPts val="0"/>
              </a:spcAft>
              <a:buClr>
                <a:schemeClr val="dk1"/>
              </a:buClr>
              <a:buSzPts val="700"/>
              <a:buNone/>
              <a:defRPr sz="700"/>
            </a:lvl7pPr>
            <a:lvl8pPr indent="-228600" lvl="7" marL="3657600" algn="l">
              <a:spcBef>
                <a:spcPts val="100"/>
              </a:spcBef>
              <a:spcAft>
                <a:spcPts val="0"/>
              </a:spcAft>
              <a:buClr>
                <a:schemeClr val="dk1"/>
              </a:buClr>
              <a:buSzPts val="700"/>
              <a:buNone/>
              <a:defRPr sz="700"/>
            </a:lvl8pPr>
            <a:lvl9pPr indent="-228600" lvl="8" marL="4114800" algn="l">
              <a:spcBef>
                <a:spcPts val="100"/>
              </a:spcBef>
              <a:spcAft>
                <a:spcPts val="0"/>
              </a:spcAft>
              <a:buClr>
                <a:schemeClr val="dk1"/>
              </a:buClr>
              <a:buSzPts val="700"/>
              <a:buNone/>
              <a:defRPr sz="700"/>
            </a:lvl9pPr>
          </a:lstStyle>
          <a:p/>
        </p:txBody>
      </p:sp>
      <p:sp>
        <p:nvSpPr>
          <p:cNvPr id="103" name="Google Shape;103;p21"/>
          <p:cNvSpPr txBox="1"/>
          <p:nvPr>
            <p:ph idx="10" type="dt"/>
          </p:nvPr>
        </p:nvSpPr>
        <p:spPr>
          <a:xfrm>
            <a:off x="342900" y="4767263"/>
            <a:ext cx="16002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4" name="Google Shape;104;p21"/>
          <p:cNvSpPr txBox="1"/>
          <p:nvPr>
            <p:ph idx="11" type="ftr"/>
          </p:nvPr>
        </p:nvSpPr>
        <p:spPr>
          <a:xfrm>
            <a:off x="2343150" y="4767263"/>
            <a:ext cx="21717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5" name="Google Shape;105;p21"/>
          <p:cNvSpPr txBox="1"/>
          <p:nvPr>
            <p:ph idx="12" type="sldNum"/>
          </p:nvPr>
        </p:nvSpPr>
        <p:spPr>
          <a:xfrm>
            <a:off x="4914900" y="4767263"/>
            <a:ext cx="16002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06" name="Shape 106"/>
        <p:cNvGrpSpPr/>
        <p:nvPr/>
      </p:nvGrpSpPr>
      <p:grpSpPr>
        <a:xfrm>
          <a:off x="0" y="0"/>
          <a:ext cx="0" cy="0"/>
          <a:chOff x="0" y="0"/>
          <a:chExt cx="0" cy="0"/>
        </a:xfrm>
      </p:grpSpPr>
      <p:sp>
        <p:nvSpPr>
          <p:cNvPr id="107" name="Google Shape;107;p22"/>
          <p:cNvSpPr txBox="1"/>
          <p:nvPr>
            <p:ph type="title"/>
          </p:nvPr>
        </p:nvSpPr>
        <p:spPr>
          <a:xfrm>
            <a:off x="1344216" y="3600450"/>
            <a:ext cx="4114800" cy="425054"/>
          </a:xfrm>
          <a:prstGeom prst="rect">
            <a:avLst/>
          </a:prstGeom>
          <a:noFill/>
          <a:ln>
            <a:noFill/>
          </a:ln>
        </p:spPr>
        <p:txBody>
          <a:bodyPr anchorCtr="0" anchor="b" bIns="34275" lIns="68575" spcFirstLastPara="1" rIns="68575" wrap="square" tIns="34275">
            <a:normAutofit/>
          </a:bodyPr>
          <a:lstStyle>
            <a:lvl1pPr lvl="0" algn="l">
              <a:spcBef>
                <a:spcPts val="0"/>
              </a:spcBef>
              <a:spcAft>
                <a:spcPts val="0"/>
              </a:spcAft>
              <a:buClr>
                <a:schemeClr val="dk1"/>
              </a:buClr>
              <a:buSzPts val="1500"/>
              <a:buFont typeface="Calibri"/>
              <a:buNone/>
              <a:defRPr b="1" sz="1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8" name="Google Shape;108;p22"/>
          <p:cNvSpPr/>
          <p:nvPr>
            <p:ph idx="2" type="pic"/>
          </p:nvPr>
        </p:nvSpPr>
        <p:spPr>
          <a:xfrm>
            <a:off x="1344216" y="459581"/>
            <a:ext cx="4114800" cy="3086100"/>
          </a:xfrm>
          <a:prstGeom prst="rect">
            <a:avLst/>
          </a:prstGeom>
          <a:noFill/>
          <a:ln>
            <a:noFill/>
          </a:ln>
        </p:spPr>
      </p:sp>
      <p:sp>
        <p:nvSpPr>
          <p:cNvPr id="109" name="Google Shape;109;p22"/>
          <p:cNvSpPr txBox="1"/>
          <p:nvPr>
            <p:ph idx="1" type="body"/>
          </p:nvPr>
        </p:nvSpPr>
        <p:spPr>
          <a:xfrm>
            <a:off x="1344216" y="4025503"/>
            <a:ext cx="4114800" cy="603647"/>
          </a:xfrm>
          <a:prstGeom prst="rect">
            <a:avLst/>
          </a:prstGeom>
          <a:noFill/>
          <a:ln>
            <a:noFill/>
          </a:ln>
        </p:spPr>
        <p:txBody>
          <a:bodyPr anchorCtr="0" anchor="t" bIns="34275" lIns="68575" spcFirstLastPara="1" rIns="68575" wrap="square" tIns="34275">
            <a:normAutofit/>
          </a:bodyPr>
          <a:lstStyle>
            <a:lvl1pPr indent="-228600" lvl="0" marL="457200" algn="l">
              <a:spcBef>
                <a:spcPts val="200"/>
              </a:spcBef>
              <a:spcAft>
                <a:spcPts val="0"/>
              </a:spcAft>
              <a:buClr>
                <a:schemeClr val="dk1"/>
              </a:buClr>
              <a:buSzPts val="1100"/>
              <a:buNone/>
              <a:defRPr sz="1100"/>
            </a:lvl1pPr>
            <a:lvl2pPr indent="-228600" lvl="1" marL="914400" algn="l">
              <a:spcBef>
                <a:spcPts val="200"/>
              </a:spcBef>
              <a:spcAft>
                <a:spcPts val="0"/>
              </a:spcAft>
              <a:buClr>
                <a:schemeClr val="dk1"/>
              </a:buClr>
              <a:buSzPts val="900"/>
              <a:buNone/>
              <a:defRPr sz="900"/>
            </a:lvl2pPr>
            <a:lvl3pPr indent="-228600" lvl="2" marL="1371600" algn="l">
              <a:spcBef>
                <a:spcPts val="200"/>
              </a:spcBef>
              <a:spcAft>
                <a:spcPts val="0"/>
              </a:spcAft>
              <a:buClr>
                <a:schemeClr val="dk1"/>
              </a:buClr>
              <a:buSzPts val="800"/>
              <a:buNone/>
              <a:defRPr sz="800"/>
            </a:lvl3pPr>
            <a:lvl4pPr indent="-228600" lvl="3" marL="1828800" algn="l">
              <a:spcBef>
                <a:spcPts val="100"/>
              </a:spcBef>
              <a:spcAft>
                <a:spcPts val="0"/>
              </a:spcAft>
              <a:buClr>
                <a:schemeClr val="dk1"/>
              </a:buClr>
              <a:buSzPts val="700"/>
              <a:buNone/>
              <a:defRPr sz="700"/>
            </a:lvl4pPr>
            <a:lvl5pPr indent="-228600" lvl="4" marL="2286000" algn="l">
              <a:spcBef>
                <a:spcPts val="100"/>
              </a:spcBef>
              <a:spcAft>
                <a:spcPts val="0"/>
              </a:spcAft>
              <a:buClr>
                <a:schemeClr val="dk1"/>
              </a:buClr>
              <a:buSzPts val="700"/>
              <a:buNone/>
              <a:defRPr sz="700"/>
            </a:lvl5pPr>
            <a:lvl6pPr indent="-228600" lvl="5" marL="2743200" algn="l">
              <a:spcBef>
                <a:spcPts val="100"/>
              </a:spcBef>
              <a:spcAft>
                <a:spcPts val="0"/>
              </a:spcAft>
              <a:buClr>
                <a:schemeClr val="dk1"/>
              </a:buClr>
              <a:buSzPts val="700"/>
              <a:buNone/>
              <a:defRPr sz="700"/>
            </a:lvl6pPr>
            <a:lvl7pPr indent="-228600" lvl="6" marL="3200400" algn="l">
              <a:spcBef>
                <a:spcPts val="100"/>
              </a:spcBef>
              <a:spcAft>
                <a:spcPts val="0"/>
              </a:spcAft>
              <a:buClr>
                <a:schemeClr val="dk1"/>
              </a:buClr>
              <a:buSzPts val="700"/>
              <a:buNone/>
              <a:defRPr sz="700"/>
            </a:lvl7pPr>
            <a:lvl8pPr indent="-228600" lvl="7" marL="3657600" algn="l">
              <a:spcBef>
                <a:spcPts val="100"/>
              </a:spcBef>
              <a:spcAft>
                <a:spcPts val="0"/>
              </a:spcAft>
              <a:buClr>
                <a:schemeClr val="dk1"/>
              </a:buClr>
              <a:buSzPts val="700"/>
              <a:buNone/>
              <a:defRPr sz="700"/>
            </a:lvl8pPr>
            <a:lvl9pPr indent="-228600" lvl="8" marL="4114800" algn="l">
              <a:spcBef>
                <a:spcPts val="100"/>
              </a:spcBef>
              <a:spcAft>
                <a:spcPts val="0"/>
              </a:spcAft>
              <a:buClr>
                <a:schemeClr val="dk1"/>
              </a:buClr>
              <a:buSzPts val="700"/>
              <a:buNone/>
              <a:defRPr sz="700"/>
            </a:lvl9pPr>
          </a:lstStyle>
          <a:p/>
        </p:txBody>
      </p:sp>
      <p:sp>
        <p:nvSpPr>
          <p:cNvPr id="110" name="Google Shape;110;p22"/>
          <p:cNvSpPr txBox="1"/>
          <p:nvPr>
            <p:ph idx="10" type="dt"/>
          </p:nvPr>
        </p:nvSpPr>
        <p:spPr>
          <a:xfrm>
            <a:off x="342900" y="4767263"/>
            <a:ext cx="16002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1" name="Google Shape;111;p22"/>
          <p:cNvSpPr txBox="1"/>
          <p:nvPr>
            <p:ph idx="11" type="ftr"/>
          </p:nvPr>
        </p:nvSpPr>
        <p:spPr>
          <a:xfrm>
            <a:off x="2343150" y="4767263"/>
            <a:ext cx="21717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2" name="Google Shape;112;p22"/>
          <p:cNvSpPr txBox="1"/>
          <p:nvPr>
            <p:ph idx="12" type="sldNum"/>
          </p:nvPr>
        </p:nvSpPr>
        <p:spPr>
          <a:xfrm>
            <a:off x="4914900" y="4767263"/>
            <a:ext cx="16002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13" name="Shape 113"/>
        <p:cNvGrpSpPr/>
        <p:nvPr/>
      </p:nvGrpSpPr>
      <p:grpSpPr>
        <a:xfrm>
          <a:off x="0" y="0"/>
          <a:ext cx="0" cy="0"/>
          <a:chOff x="0" y="0"/>
          <a:chExt cx="0" cy="0"/>
        </a:xfrm>
      </p:grpSpPr>
      <p:sp>
        <p:nvSpPr>
          <p:cNvPr id="114" name="Google Shape;114;p23"/>
          <p:cNvSpPr txBox="1"/>
          <p:nvPr>
            <p:ph type="title"/>
          </p:nvPr>
        </p:nvSpPr>
        <p:spPr>
          <a:xfrm>
            <a:off x="342900" y="205978"/>
            <a:ext cx="6172200" cy="85725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15" name="Google Shape;115;p23"/>
          <p:cNvSpPr txBox="1"/>
          <p:nvPr>
            <p:ph idx="1" type="body"/>
          </p:nvPr>
        </p:nvSpPr>
        <p:spPr>
          <a:xfrm rot="5400000">
            <a:off x="1731764" y="-188714"/>
            <a:ext cx="3394472" cy="6172200"/>
          </a:xfrm>
          <a:prstGeom prst="rect">
            <a:avLst/>
          </a:prstGeom>
          <a:noFill/>
          <a:ln>
            <a:noFill/>
          </a:ln>
        </p:spPr>
        <p:txBody>
          <a:bodyPr anchorCtr="0" anchor="t" bIns="34275" lIns="68575" spcFirstLastPara="1" rIns="68575" wrap="square" tIns="34275">
            <a:normAutofit/>
          </a:bodyPr>
          <a:lstStyle>
            <a:lvl1pPr indent="-317500" lvl="0" marL="457200" algn="l">
              <a:spcBef>
                <a:spcPts val="300"/>
              </a:spcBef>
              <a:spcAft>
                <a:spcPts val="0"/>
              </a:spcAft>
              <a:buClr>
                <a:schemeClr val="dk1"/>
              </a:buClr>
              <a:buSzPts val="1400"/>
              <a:buChar char="•"/>
              <a:defRPr/>
            </a:lvl1pPr>
            <a:lvl2pPr indent="-317500" lvl="1" marL="914400" algn="l">
              <a:spcBef>
                <a:spcPts val="300"/>
              </a:spcBef>
              <a:spcAft>
                <a:spcPts val="0"/>
              </a:spcAft>
              <a:buClr>
                <a:schemeClr val="dk1"/>
              </a:buClr>
              <a:buSzPts val="1400"/>
              <a:buChar char="–"/>
              <a:defRPr/>
            </a:lvl2pPr>
            <a:lvl3pPr indent="-317500" lvl="2" marL="1371600" algn="l">
              <a:spcBef>
                <a:spcPts val="300"/>
              </a:spcBef>
              <a:spcAft>
                <a:spcPts val="0"/>
              </a:spcAft>
              <a:buClr>
                <a:schemeClr val="dk1"/>
              </a:buClr>
              <a:buSzPts val="1400"/>
              <a:buChar char="•"/>
              <a:defRPr/>
            </a:lvl3pPr>
            <a:lvl4pPr indent="-317500" lvl="3" marL="1828800" algn="l">
              <a:spcBef>
                <a:spcPts val="300"/>
              </a:spcBef>
              <a:spcAft>
                <a:spcPts val="0"/>
              </a:spcAft>
              <a:buClr>
                <a:schemeClr val="dk1"/>
              </a:buClr>
              <a:buSzPts val="1400"/>
              <a:buChar char="–"/>
              <a:defRPr/>
            </a:lvl4pPr>
            <a:lvl5pPr indent="-317500" lvl="4" marL="2286000" algn="l">
              <a:spcBef>
                <a:spcPts val="300"/>
              </a:spcBef>
              <a:spcAft>
                <a:spcPts val="0"/>
              </a:spcAft>
              <a:buClr>
                <a:schemeClr val="dk1"/>
              </a:buClr>
              <a:buSzPts val="1400"/>
              <a:buChar char="»"/>
              <a:defRPr/>
            </a:lvl5pPr>
            <a:lvl6pPr indent="-317500" lvl="5" marL="2743200" algn="l">
              <a:spcBef>
                <a:spcPts val="300"/>
              </a:spcBef>
              <a:spcAft>
                <a:spcPts val="0"/>
              </a:spcAft>
              <a:buClr>
                <a:schemeClr val="dk1"/>
              </a:buClr>
              <a:buSzPts val="1400"/>
              <a:buChar char="•"/>
              <a:defRPr/>
            </a:lvl6pPr>
            <a:lvl7pPr indent="-317500" lvl="6" marL="3200400" algn="l">
              <a:spcBef>
                <a:spcPts val="300"/>
              </a:spcBef>
              <a:spcAft>
                <a:spcPts val="0"/>
              </a:spcAft>
              <a:buClr>
                <a:schemeClr val="dk1"/>
              </a:buClr>
              <a:buSzPts val="1400"/>
              <a:buChar char="•"/>
              <a:defRPr/>
            </a:lvl7pPr>
            <a:lvl8pPr indent="-317500" lvl="7" marL="3657600" algn="l">
              <a:spcBef>
                <a:spcPts val="300"/>
              </a:spcBef>
              <a:spcAft>
                <a:spcPts val="0"/>
              </a:spcAft>
              <a:buClr>
                <a:schemeClr val="dk1"/>
              </a:buClr>
              <a:buSzPts val="1400"/>
              <a:buChar char="•"/>
              <a:defRPr/>
            </a:lvl8pPr>
            <a:lvl9pPr indent="-317500" lvl="8" marL="4114800" algn="l">
              <a:spcBef>
                <a:spcPts val="300"/>
              </a:spcBef>
              <a:spcAft>
                <a:spcPts val="0"/>
              </a:spcAft>
              <a:buClr>
                <a:schemeClr val="dk1"/>
              </a:buClr>
              <a:buSzPts val="1400"/>
              <a:buChar char="•"/>
              <a:defRPr/>
            </a:lvl9pPr>
          </a:lstStyle>
          <a:p/>
        </p:txBody>
      </p:sp>
      <p:sp>
        <p:nvSpPr>
          <p:cNvPr id="116" name="Google Shape;116;p23"/>
          <p:cNvSpPr txBox="1"/>
          <p:nvPr>
            <p:ph idx="10" type="dt"/>
          </p:nvPr>
        </p:nvSpPr>
        <p:spPr>
          <a:xfrm>
            <a:off x="342900" y="4767263"/>
            <a:ext cx="16002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7" name="Google Shape;117;p23"/>
          <p:cNvSpPr txBox="1"/>
          <p:nvPr>
            <p:ph idx="11" type="ftr"/>
          </p:nvPr>
        </p:nvSpPr>
        <p:spPr>
          <a:xfrm>
            <a:off x="2343150" y="4767263"/>
            <a:ext cx="21717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8" name="Google Shape;118;p23"/>
          <p:cNvSpPr txBox="1"/>
          <p:nvPr>
            <p:ph idx="12" type="sldNum"/>
          </p:nvPr>
        </p:nvSpPr>
        <p:spPr>
          <a:xfrm>
            <a:off x="4914900" y="4767263"/>
            <a:ext cx="16002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19" name="Shape 119"/>
        <p:cNvGrpSpPr/>
        <p:nvPr/>
      </p:nvGrpSpPr>
      <p:grpSpPr>
        <a:xfrm>
          <a:off x="0" y="0"/>
          <a:ext cx="0" cy="0"/>
          <a:chOff x="0" y="0"/>
          <a:chExt cx="0" cy="0"/>
        </a:xfrm>
      </p:grpSpPr>
      <p:sp>
        <p:nvSpPr>
          <p:cNvPr id="120" name="Google Shape;120;p24"/>
          <p:cNvSpPr txBox="1"/>
          <p:nvPr>
            <p:ph type="title"/>
          </p:nvPr>
        </p:nvSpPr>
        <p:spPr>
          <a:xfrm rot="5400000">
            <a:off x="3549253" y="1628775"/>
            <a:ext cx="4388644" cy="154305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21" name="Google Shape;121;p24"/>
          <p:cNvSpPr txBox="1"/>
          <p:nvPr>
            <p:ph idx="1" type="body"/>
          </p:nvPr>
        </p:nvSpPr>
        <p:spPr>
          <a:xfrm rot="5400000">
            <a:off x="406003" y="142875"/>
            <a:ext cx="4388644" cy="4514850"/>
          </a:xfrm>
          <a:prstGeom prst="rect">
            <a:avLst/>
          </a:prstGeom>
          <a:noFill/>
          <a:ln>
            <a:noFill/>
          </a:ln>
        </p:spPr>
        <p:txBody>
          <a:bodyPr anchorCtr="0" anchor="t" bIns="34275" lIns="68575" spcFirstLastPara="1" rIns="68575" wrap="square" tIns="34275">
            <a:normAutofit/>
          </a:bodyPr>
          <a:lstStyle>
            <a:lvl1pPr indent="-317500" lvl="0" marL="457200" algn="l">
              <a:spcBef>
                <a:spcPts val="300"/>
              </a:spcBef>
              <a:spcAft>
                <a:spcPts val="0"/>
              </a:spcAft>
              <a:buClr>
                <a:schemeClr val="dk1"/>
              </a:buClr>
              <a:buSzPts val="1400"/>
              <a:buChar char="•"/>
              <a:defRPr/>
            </a:lvl1pPr>
            <a:lvl2pPr indent="-317500" lvl="1" marL="914400" algn="l">
              <a:spcBef>
                <a:spcPts val="300"/>
              </a:spcBef>
              <a:spcAft>
                <a:spcPts val="0"/>
              </a:spcAft>
              <a:buClr>
                <a:schemeClr val="dk1"/>
              </a:buClr>
              <a:buSzPts val="1400"/>
              <a:buChar char="–"/>
              <a:defRPr/>
            </a:lvl2pPr>
            <a:lvl3pPr indent="-317500" lvl="2" marL="1371600" algn="l">
              <a:spcBef>
                <a:spcPts val="300"/>
              </a:spcBef>
              <a:spcAft>
                <a:spcPts val="0"/>
              </a:spcAft>
              <a:buClr>
                <a:schemeClr val="dk1"/>
              </a:buClr>
              <a:buSzPts val="1400"/>
              <a:buChar char="•"/>
              <a:defRPr/>
            </a:lvl3pPr>
            <a:lvl4pPr indent="-317500" lvl="3" marL="1828800" algn="l">
              <a:spcBef>
                <a:spcPts val="300"/>
              </a:spcBef>
              <a:spcAft>
                <a:spcPts val="0"/>
              </a:spcAft>
              <a:buClr>
                <a:schemeClr val="dk1"/>
              </a:buClr>
              <a:buSzPts val="1400"/>
              <a:buChar char="–"/>
              <a:defRPr/>
            </a:lvl4pPr>
            <a:lvl5pPr indent="-317500" lvl="4" marL="2286000" algn="l">
              <a:spcBef>
                <a:spcPts val="300"/>
              </a:spcBef>
              <a:spcAft>
                <a:spcPts val="0"/>
              </a:spcAft>
              <a:buClr>
                <a:schemeClr val="dk1"/>
              </a:buClr>
              <a:buSzPts val="1400"/>
              <a:buChar char="»"/>
              <a:defRPr/>
            </a:lvl5pPr>
            <a:lvl6pPr indent="-317500" lvl="5" marL="2743200" algn="l">
              <a:spcBef>
                <a:spcPts val="300"/>
              </a:spcBef>
              <a:spcAft>
                <a:spcPts val="0"/>
              </a:spcAft>
              <a:buClr>
                <a:schemeClr val="dk1"/>
              </a:buClr>
              <a:buSzPts val="1400"/>
              <a:buChar char="•"/>
              <a:defRPr/>
            </a:lvl6pPr>
            <a:lvl7pPr indent="-317500" lvl="6" marL="3200400" algn="l">
              <a:spcBef>
                <a:spcPts val="300"/>
              </a:spcBef>
              <a:spcAft>
                <a:spcPts val="0"/>
              </a:spcAft>
              <a:buClr>
                <a:schemeClr val="dk1"/>
              </a:buClr>
              <a:buSzPts val="1400"/>
              <a:buChar char="•"/>
              <a:defRPr/>
            </a:lvl7pPr>
            <a:lvl8pPr indent="-317500" lvl="7" marL="3657600" algn="l">
              <a:spcBef>
                <a:spcPts val="300"/>
              </a:spcBef>
              <a:spcAft>
                <a:spcPts val="0"/>
              </a:spcAft>
              <a:buClr>
                <a:schemeClr val="dk1"/>
              </a:buClr>
              <a:buSzPts val="1400"/>
              <a:buChar char="•"/>
              <a:defRPr/>
            </a:lvl8pPr>
            <a:lvl9pPr indent="-317500" lvl="8" marL="4114800" algn="l">
              <a:spcBef>
                <a:spcPts val="300"/>
              </a:spcBef>
              <a:spcAft>
                <a:spcPts val="0"/>
              </a:spcAft>
              <a:buClr>
                <a:schemeClr val="dk1"/>
              </a:buClr>
              <a:buSzPts val="1400"/>
              <a:buChar char="•"/>
              <a:defRPr/>
            </a:lvl9pPr>
          </a:lstStyle>
          <a:p/>
        </p:txBody>
      </p:sp>
      <p:sp>
        <p:nvSpPr>
          <p:cNvPr id="122" name="Google Shape;122;p24"/>
          <p:cNvSpPr txBox="1"/>
          <p:nvPr>
            <p:ph idx="10" type="dt"/>
          </p:nvPr>
        </p:nvSpPr>
        <p:spPr>
          <a:xfrm>
            <a:off x="342900" y="4767263"/>
            <a:ext cx="16002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3" name="Google Shape;123;p24"/>
          <p:cNvSpPr txBox="1"/>
          <p:nvPr>
            <p:ph idx="11" type="ftr"/>
          </p:nvPr>
        </p:nvSpPr>
        <p:spPr>
          <a:xfrm>
            <a:off x="2343150" y="4767263"/>
            <a:ext cx="21717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4" name="Google Shape;124;p24"/>
          <p:cNvSpPr txBox="1"/>
          <p:nvPr>
            <p:ph idx="12" type="sldNum"/>
          </p:nvPr>
        </p:nvSpPr>
        <p:spPr>
          <a:xfrm>
            <a:off x="4914900" y="4767263"/>
            <a:ext cx="16002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25" name="Shape 125"/>
        <p:cNvGrpSpPr/>
        <p:nvPr/>
      </p:nvGrpSpPr>
      <p:grpSpPr>
        <a:xfrm>
          <a:off x="0" y="0"/>
          <a:ext cx="0" cy="0"/>
          <a:chOff x="0" y="0"/>
          <a:chExt cx="0" cy="0"/>
        </a:xfrm>
      </p:grpSpPr>
      <p:sp>
        <p:nvSpPr>
          <p:cNvPr id="126" name="Google Shape;126;p25"/>
          <p:cNvSpPr txBox="1"/>
          <p:nvPr>
            <p:ph type="title"/>
          </p:nvPr>
        </p:nvSpPr>
        <p:spPr>
          <a:xfrm>
            <a:off x="311700" y="445025"/>
            <a:ext cx="8520600" cy="572700"/>
          </a:xfrm>
          <a:prstGeom prst="rect">
            <a:avLst/>
          </a:prstGeom>
        </p:spPr>
        <p:txBody>
          <a:bodyPr anchorCtr="0" anchor="ctr" bIns="34275" lIns="68575" spcFirstLastPara="1" rIns="68575" wrap="square" tIns="34275">
            <a:normAutofit/>
          </a:bodyPr>
          <a:lstStyle>
            <a:lvl1pPr lvl="0">
              <a:spcBef>
                <a:spcPts val="0"/>
              </a:spcBef>
              <a:spcAft>
                <a:spcPts val="0"/>
              </a:spcAft>
              <a:buSzPts val="33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27" name="Google Shape;127;p25"/>
          <p:cNvSpPr txBox="1"/>
          <p:nvPr>
            <p:ph idx="1" type="body"/>
          </p:nvPr>
        </p:nvSpPr>
        <p:spPr>
          <a:xfrm>
            <a:off x="311700" y="1152475"/>
            <a:ext cx="8520600" cy="3416400"/>
          </a:xfrm>
          <a:prstGeom prst="rect">
            <a:avLst/>
          </a:prstGeom>
        </p:spPr>
        <p:txBody>
          <a:bodyPr anchorCtr="0" anchor="t" bIns="34275" lIns="68575" spcFirstLastPara="1" rIns="68575" wrap="square" tIns="34275">
            <a:normAutofit/>
          </a:bodyPr>
          <a:lstStyle>
            <a:lvl1pPr indent="-381000" lvl="0" marL="457200">
              <a:spcBef>
                <a:spcPts val="500"/>
              </a:spcBef>
              <a:spcAft>
                <a:spcPts val="0"/>
              </a:spcAft>
              <a:buSzPts val="2400"/>
              <a:buChar char="•"/>
              <a:defRPr/>
            </a:lvl1pPr>
            <a:lvl2pPr indent="-361950" lvl="1" marL="914400">
              <a:spcBef>
                <a:spcPts val="400"/>
              </a:spcBef>
              <a:spcAft>
                <a:spcPts val="0"/>
              </a:spcAft>
              <a:buSzPts val="2100"/>
              <a:buChar char="–"/>
              <a:defRPr/>
            </a:lvl2pPr>
            <a:lvl3pPr indent="-342900" lvl="2" marL="1371600">
              <a:spcBef>
                <a:spcPts val="400"/>
              </a:spcBef>
              <a:spcAft>
                <a:spcPts val="0"/>
              </a:spcAft>
              <a:buSzPts val="1800"/>
              <a:buChar char="•"/>
              <a:defRPr/>
            </a:lvl3pPr>
            <a:lvl4pPr indent="-323850" lvl="3" marL="1828800">
              <a:spcBef>
                <a:spcPts val="300"/>
              </a:spcBef>
              <a:spcAft>
                <a:spcPts val="0"/>
              </a:spcAft>
              <a:buSzPts val="1500"/>
              <a:buChar char="–"/>
              <a:defRPr/>
            </a:lvl4pPr>
            <a:lvl5pPr indent="-323850" lvl="4" marL="2286000">
              <a:spcBef>
                <a:spcPts val="300"/>
              </a:spcBef>
              <a:spcAft>
                <a:spcPts val="0"/>
              </a:spcAft>
              <a:buSzPts val="1500"/>
              <a:buChar char="»"/>
              <a:defRPr/>
            </a:lvl5pPr>
            <a:lvl6pPr indent="-323850" lvl="5" marL="2743200">
              <a:spcBef>
                <a:spcPts val="300"/>
              </a:spcBef>
              <a:spcAft>
                <a:spcPts val="0"/>
              </a:spcAft>
              <a:buSzPts val="1500"/>
              <a:buChar char="•"/>
              <a:defRPr/>
            </a:lvl6pPr>
            <a:lvl7pPr indent="-323850" lvl="6" marL="3200400">
              <a:spcBef>
                <a:spcPts val="300"/>
              </a:spcBef>
              <a:spcAft>
                <a:spcPts val="0"/>
              </a:spcAft>
              <a:buSzPts val="1500"/>
              <a:buChar char="•"/>
              <a:defRPr/>
            </a:lvl7pPr>
            <a:lvl8pPr indent="-323850" lvl="7" marL="3657600">
              <a:spcBef>
                <a:spcPts val="300"/>
              </a:spcBef>
              <a:spcAft>
                <a:spcPts val="0"/>
              </a:spcAft>
              <a:buSzPts val="1500"/>
              <a:buChar char="•"/>
              <a:defRPr/>
            </a:lvl8pPr>
            <a:lvl9pPr indent="-323850" lvl="8" marL="4114800">
              <a:spcBef>
                <a:spcPts val="300"/>
              </a:spcBef>
              <a:spcAft>
                <a:spcPts val="0"/>
              </a:spcAft>
              <a:buSzPts val="1500"/>
              <a:buChar char="•"/>
              <a:defRPr/>
            </a:lvl9pPr>
          </a:lstStyle>
          <a:p/>
        </p:txBody>
      </p:sp>
      <p:sp>
        <p:nvSpPr>
          <p:cNvPr id="128" name="Google Shape;128;p25"/>
          <p:cNvSpPr txBox="1"/>
          <p:nvPr>
            <p:ph idx="12" type="sldNum"/>
          </p:nvPr>
        </p:nvSpPr>
        <p:spPr>
          <a:xfrm>
            <a:off x="8472458" y="4663217"/>
            <a:ext cx="548700" cy="393600"/>
          </a:xfrm>
          <a:prstGeom prst="rect">
            <a:avLst/>
          </a:prstGeom>
        </p:spPr>
        <p:txBody>
          <a:bodyPr anchorCtr="0" anchor="ctr" bIns="34275" lIns="68575" spcFirstLastPara="1" rIns="68575" wrap="square" tIns="3427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theme" Target="../theme/theme1.xml"/><Relationship Id="rId12" Type="http://schemas.openxmlformats.org/officeDocument/2006/relationships/slideLayout" Target="../slideLayouts/slideLayout23.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42900" y="205978"/>
            <a:ext cx="6172200" cy="857250"/>
          </a:xfrm>
          <a:prstGeom prst="rect">
            <a:avLst/>
          </a:prstGeom>
          <a:noFill/>
          <a:ln>
            <a:noFill/>
          </a:ln>
        </p:spPr>
        <p:txBody>
          <a:bodyPr anchorCtr="0" anchor="ctr" bIns="34275" lIns="68575" spcFirstLastPara="1" rIns="68575" wrap="square" tIns="34275">
            <a:normAutofit/>
          </a:bodyPr>
          <a:lstStyle>
            <a:lvl1pPr lvl="0" marR="0" rtl="0" algn="ctr">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52" name="Google Shape;52;p13"/>
          <p:cNvSpPr txBox="1"/>
          <p:nvPr>
            <p:ph idx="1" type="body"/>
          </p:nvPr>
        </p:nvSpPr>
        <p:spPr>
          <a:xfrm>
            <a:off x="342900" y="1200150"/>
            <a:ext cx="6172200" cy="3394472"/>
          </a:xfrm>
          <a:prstGeom prst="rect">
            <a:avLst/>
          </a:prstGeom>
          <a:noFill/>
          <a:ln>
            <a:noFill/>
          </a:ln>
        </p:spPr>
        <p:txBody>
          <a:bodyPr anchorCtr="0" anchor="t" bIns="34275" lIns="68575" spcFirstLastPara="1" rIns="68575" wrap="square" tIns="34275">
            <a:normAutofit/>
          </a:bodyPr>
          <a:lstStyle>
            <a:lvl1pPr indent="-381000" lvl="0" marL="457200" marR="0" rtl="0" algn="l">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1pPr>
            <a:lvl2pPr indent="-361950" lvl="1" marL="914400" marR="0" rtl="0" algn="l">
              <a:spcBef>
                <a:spcPts val="4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2pPr>
            <a:lvl3pPr indent="-342900" lvl="2" marL="1371600" marR="0" rtl="0" algn="l">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3pPr>
            <a:lvl4pPr indent="-323850" lvl="3" marL="18288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4pPr>
            <a:lvl5pPr indent="-323850" lvl="4" marL="22860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5pPr>
            <a:lvl6pPr indent="-323850" lvl="5" marL="27432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6pPr>
            <a:lvl7pPr indent="-323850" lvl="6" marL="32004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7pPr>
            <a:lvl8pPr indent="-323850" lvl="7" marL="36576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9pPr>
          </a:lstStyle>
          <a:p/>
        </p:txBody>
      </p:sp>
      <p:sp>
        <p:nvSpPr>
          <p:cNvPr id="53" name="Google Shape;53;p13"/>
          <p:cNvSpPr txBox="1"/>
          <p:nvPr>
            <p:ph idx="10" type="dt"/>
          </p:nvPr>
        </p:nvSpPr>
        <p:spPr>
          <a:xfrm>
            <a:off x="342900" y="4767263"/>
            <a:ext cx="16002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54" name="Google Shape;54;p13"/>
          <p:cNvSpPr txBox="1"/>
          <p:nvPr>
            <p:ph idx="11" type="ftr"/>
          </p:nvPr>
        </p:nvSpPr>
        <p:spPr>
          <a:xfrm>
            <a:off x="2343150" y="4767263"/>
            <a:ext cx="21717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55" name="Google Shape;55;p13"/>
          <p:cNvSpPr txBox="1"/>
          <p:nvPr>
            <p:ph idx="12" type="sldNum"/>
          </p:nvPr>
        </p:nvSpPr>
        <p:spPr>
          <a:xfrm>
            <a:off x="4914900" y="4767263"/>
            <a:ext cx="16002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Calibri"/>
                <a:ea typeface="Calibri"/>
                <a:cs typeface="Calibri"/>
                <a:sym typeface="Calibri"/>
              </a:defRPr>
            </a:lvl1pPr>
            <a:lvl2pPr indent="0" lvl="1" marL="0" marR="0" rtl="0" algn="r">
              <a:spcBef>
                <a:spcPts val="0"/>
              </a:spcBef>
              <a:buNone/>
              <a:defRPr b="0" i="0" sz="900" u="none" cap="none" strike="noStrike">
                <a:solidFill>
                  <a:srgbClr val="888888"/>
                </a:solidFill>
                <a:latin typeface="Calibri"/>
                <a:ea typeface="Calibri"/>
                <a:cs typeface="Calibri"/>
                <a:sym typeface="Calibri"/>
              </a:defRPr>
            </a:lvl2pPr>
            <a:lvl3pPr indent="0" lvl="2" marL="0" marR="0" rtl="0" algn="r">
              <a:spcBef>
                <a:spcPts val="0"/>
              </a:spcBef>
              <a:buNone/>
              <a:defRPr b="0" i="0" sz="900" u="none" cap="none" strike="noStrike">
                <a:solidFill>
                  <a:srgbClr val="888888"/>
                </a:solidFill>
                <a:latin typeface="Calibri"/>
                <a:ea typeface="Calibri"/>
                <a:cs typeface="Calibri"/>
                <a:sym typeface="Calibri"/>
              </a:defRPr>
            </a:lvl3pPr>
            <a:lvl4pPr indent="0" lvl="3" marL="0" marR="0" rtl="0" algn="r">
              <a:spcBef>
                <a:spcPts val="0"/>
              </a:spcBef>
              <a:buNone/>
              <a:defRPr b="0" i="0" sz="900" u="none" cap="none" strike="noStrike">
                <a:solidFill>
                  <a:srgbClr val="888888"/>
                </a:solidFill>
                <a:latin typeface="Calibri"/>
                <a:ea typeface="Calibri"/>
                <a:cs typeface="Calibri"/>
                <a:sym typeface="Calibri"/>
              </a:defRPr>
            </a:lvl4pPr>
            <a:lvl5pPr indent="0" lvl="4" marL="0" marR="0" rtl="0" algn="r">
              <a:spcBef>
                <a:spcPts val="0"/>
              </a:spcBef>
              <a:buNone/>
              <a:defRPr b="0" i="0" sz="900" u="none" cap="none" strike="noStrike">
                <a:solidFill>
                  <a:srgbClr val="888888"/>
                </a:solidFill>
                <a:latin typeface="Calibri"/>
                <a:ea typeface="Calibri"/>
                <a:cs typeface="Calibri"/>
                <a:sym typeface="Calibri"/>
              </a:defRPr>
            </a:lvl5pPr>
            <a:lvl6pPr indent="0" lvl="5" marL="0" marR="0" rtl="0" algn="r">
              <a:spcBef>
                <a:spcPts val="0"/>
              </a:spcBef>
              <a:buNone/>
              <a:defRPr b="0" i="0" sz="900" u="none" cap="none" strike="noStrike">
                <a:solidFill>
                  <a:srgbClr val="888888"/>
                </a:solidFill>
                <a:latin typeface="Calibri"/>
                <a:ea typeface="Calibri"/>
                <a:cs typeface="Calibri"/>
                <a:sym typeface="Calibri"/>
              </a:defRPr>
            </a:lvl6pPr>
            <a:lvl7pPr indent="0" lvl="6" marL="0" marR="0" rtl="0" algn="r">
              <a:spcBef>
                <a:spcPts val="0"/>
              </a:spcBef>
              <a:buNone/>
              <a:defRPr b="0" i="0" sz="900" u="none" cap="none" strike="noStrike">
                <a:solidFill>
                  <a:srgbClr val="888888"/>
                </a:solidFill>
                <a:latin typeface="Calibri"/>
                <a:ea typeface="Calibri"/>
                <a:cs typeface="Calibri"/>
                <a:sym typeface="Calibri"/>
              </a:defRPr>
            </a:lvl7pPr>
            <a:lvl8pPr indent="0" lvl="7" marL="0" marR="0" rtl="0" algn="r">
              <a:spcBef>
                <a:spcPts val="0"/>
              </a:spcBef>
              <a:buNone/>
              <a:defRPr b="0" i="0" sz="900" u="none" cap="none" strike="noStrike">
                <a:solidFill>
                  <a:srgbClr val="888888"/>
                </a:solidFill>
                <a:latin typeface="Calibri"/>
                <a:ea typeface="Calibri"/>
                <a:cs typeface="Calibri"/>
                <a:sym typeface="Calibri"/>
              </a:defRPr>
            </a:lvl8pPr>
            <a:lvl9pPr indent="0" lvl="8" marL="0" marR="0" rtl="0" algn="r">
              <a:spcBef>
                <a:spcPts val="0"/>
              </a:spcBef>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6"/>
          <p:cNvSpPr txBox="1"/>
          <p:nvPr/>
        </p:nvSpPr>
        <p:spPr>
          <a:xfrm>
            <a:off x="491165" y="1408185"/>
            <a:ext cx="8046600" cy="6387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i="0" lang="en" sz="3700" u="none" cap="none" strike="noStrike">
                <a:solidFill>
                  <a:srgbClr val="1F4E79"/>
                </a:solidFill>
                <a:latin typeface="Calibri"/>
                <a:ea typeface="Calibri"/>
                <a:cs typeface="Calibri"/>
                <a:sym typeface="Calibri"/>
              </a:rPr>
              <a:t>Fixed</a:t>
            </a:r>
            <a:r>
              <a:rPr b="1" lang="en" sz="3700">
                <a:solidFill>
                  <a:srgbClr val="1F4E79"/>
                </a:solidFill>
                <a:latin typeface="Calibri"/>
                <a:ea typeface="Calibri"/>
                <a:cs typeface="Calibri"/>
                <a:sym typeface="Calibri"/>
              </a:rPr>
              <a:t> I</a:t>
            </a:r>
            <a:r>
              <a:rPr b="1" i="0" lang="en" sz="3700" u="none" cap="none" strike="noStrike">
                <a:solidFill>
                  <a:srgbClr val="1F4E79"/>
                </a:solidFill>
                <a:latin typeface="Calibri"/>
                <a:ea typeface="Calibri"/>
                <a:cs typeface="Calibri"/>
                <a:sym typeface="Calibri"/>
              </a:rPr>
              <a:t>ncome </a:t>
            </a:r>
            <a:r>
              <a:rPr b="1" lang="en" sz="3700">
                <a:solidFill>
                  <a:srgbClr val="1F4E79"/>
                </a:solidFill>
                <a:latin typeface="Calibri"/>
                <a:ea typeface="Calibri"/>
                <a:cs typeface="Calibri"/>
                <a:sym typeface="Calibri"/>
              </a:rPr>
              <a:t>P</a:t>
            </a:r>
            <a:r>
              <a:rPr b="1" i="0" lang="en" sz="3700" u="none" cap="none" strike="noStrike">
                <a:solidFill>
                  <a:srgbClr val="1F4E79"/>
                </a:solidFill>
                <a:latin typeface="Calibri"/>
                <a:ea typeface="Calibri"/>
                <a:cs typeface="Calibri"/>
                <a:sym typeface="Calibri"/>
              </a:rPr>
              <a:t>ricing </a:t>
            </a:r>
            <a:r>
              <a:rPr b="1" lang="en" sz="3700">
                <a:solidFill>
                  <a:srgbClr val="1F4E79"/>
                </a:solidFill>
                <a:latin typeface="Calibri"/>
                <a:ea typeface="Calibri"/>
                <a:cs typeface="Calibri"/>
                <a:sym typeface="Calibri"/>
              </a:rPr>
              <a:t>S</a:t>
            </a:r>
            <a:r>
              <a:rPr b="1" i="0" lang="en" sz="3700" u="none" cap="none" strike="noStrike">
                <a:solidFill>
                  <a:srgbClr val="1F4E79"/>
                </a:solidFill>
                <a:latin typeface="Calibri"/>
                <a:ea typeface="Calibri"/>
                <a:cs typeface="Calibri"/>
                <a:sym typeface="Calibri"/>
              </a:rPr>
              <a:t>ystem</a:t>
            </a:r>
            <a:endParaRPr sz="1800"/>
          </a:p>
        </p:txBody>
      </p:sp>
      <p:sp>
        <p:nvSpPr>
          <p:cNvPr id="135" name="Google Shape;135;p26"/>
          <p:cNvSpPr txBox="1"/>
          <p:nvPr/>
        </p:nvSpPr>
        <p:spPr>
          <a:xfrm>
            <a:off x="3034649" y="2750000"/>
            <a:ext cx="3074700" cy="997800"/>
          </a:xfrm>
          <a:prstGeom prst="rect">
            <a:avLst/>
          </a:prstGeom>
          <a:noFill/>
          <a:ln>
            <a:noFill/>
          </a:ln>
        </p:spPr>
        <p:txBody>
          <a:bodyPr anchorCtr="0" anchor="t" bIns="34275" lIns="68575" spcFirstLastPara="1" rIns="68575" wrap="square" tIns="34275">
            <a:spAutoFit/>
          </a:bodyPr>
          <a:lstStyle/>
          <a:p>
            <a:pPr indent="0" lvl="0" marL="0" rtl="0" algn="l">
              <a:spcBef>
                <a:spcPts val="1100"/>
              </a:spcBef>
              <a:spcAft>
                <a:spcPts val="0"/>
              </a:spcAft>
              <a:buClr>
                <a:schemeClr val="dk1"/>
              </a:buClr>
              <a:buSzPts val="1100"/>
              <a:buFont typeface="Arial"/>
              <a:buNone/>
            </a:pPr>
            <a:r>
              <a:rPr lang="en">
                <a:solidFill>
                  <a:srgbClr val="707070"/>
                </a:solidFill>
                <a:latin typeface="Calibri"/>
                <a:ea typeface="Calibri"/>
                <a:cs typeface="Calibri"/>
                <a:sym typeface="Calibri"/>
              </a:rPr>
              <a:t>Presented by: Lichen Chen &amp; Liping Yin</a:t>
            </a:r>
            <a:endParaRPr>
              <a:solidFill>
                <a:srgbClr val="707070"/>
              </a:solidFill>
              <a:latin typeface="Calibri"/>
              <a:ea typeface="Calibri"/>
              <a:cs typeface="Calibri"/>
              <a:sym typeface="Calibri"/>
            </a:endParaRPr>
          </a:p>
          <a:p>
            <a:pPr indent="0" lvl="0" marL="0" rtl="0" algn="l">
              <a:spcBef>
                <a:spcPts val="1100"/>
              </a:spcBef>
              <a:spcAft>
                <a:spcPts val="0"/>
              </a:spcAft>
              <a:buNone/>
            </a:pPr>
            <a:r>
              <a:rPr lang="en">
                <a:solidFill>
                  <a:srgbClr val="707070"/>
                </a:solidFill>
                <a:latin typeface="Calibri"/>
                <a:ea typeface="Calibri"/>
                <a:cs typeface="Calibri"/>
                <a:sym typeface="Calibri"/>
              </a:rPr>
              <a:t>Directed by: Mario Pardo</a:t>
            </a:r>
            <a:endParaRPr>
              <a:solidFill>
                <a:srgbClr val="707070"/>
              </a:solidFill>
              <a:latin typeface="Calibri"/>
              <a:ea typeface="Calibri"/>
              <a:cs typeface="Calibri"/>
              <a:sym typeface="Calibri"/>
            </a:endParaRPr>
          </a:p>
          <a:p>
            <a:pPr indent="0" lvl="0" marL="0" rtl="0" algn="l">
              <a:spcBef>
                <a:spcPts val="1100"/>
              </a:spcBef>
              <a:spcAft>
                <a:spcPts val="0"/>
              </a:spcAft>
              <a:buNone/>
            </a:pPr>
            <a:r>
              <a:rPr lang="en">
                <a:solidFill>
                  <a:srgbClr val="707070"/>
                </a:solidFill>
                <a:latin typeface="Calibri"/>
                <a:ea typeface="Calibri"/>
                <a:cs typeface="Calibri"/>
                <a:sym typeface="Calibri"/>
              </a:rPr>
              <a:t>Duration: 12 weeks</a:t>
            </a:r>
            <a:endParaRPr>
              <a:solidFill>
                <a:srgbClr val="707070"/>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7"/>
          <p:cNvSpPr txBox="1"/>
          <p:nvPr>
            <p:ph type="title"/>
          </p:nvPr>
        </p:nvSpPr>
        <p:spPr>
          <a:xfrm>
            <a:off x="311700" y="445025"/>
            <a:ext cx="8520600" cy="572700"/>
          </a:xfrm>
          <a:prstGeom prst="rect">
            <a:avLst/>
          </a:prstGeom>
        </p:spPr>
        <p:txBody>
          <a:bodyPr anchorCtr="0" anchor="ctr" bIns="34275" lIns="68575" spcFirstLastPara="1" rIns="68575" wrap="square" tIns="34275">
            <a:normAutofit/>
          </a:bodyPr>
          <a:lstStyle/>
          <a:p>
            <a:pPr indent="0" lvl="0" marL="0" rtl="0" algn="ctr">
              <a:spcBef>
                <a:spcPts val="0"/>
              </a:spcBef>
              <a:spcAft>
                <a:spcPts val="0"/>
              </a:spcAft>
              <a:buNone/>
            </a:pPr>
            <a:r>
              <a:rPr lang="en"/>
              <a:t>Situation</a:t>
            </a:r>
            <a:endParaRPr/>
          </a:p>
        </p:txBody>
      </p:sp>
      <p:sp>
        <p:nvSpPr>
          <p:cNvPr id="141" name="Google Shape;141;p27"/>
          <p:cNvSpPr txBox="1"/>
          <p:nvPr>
            <p:ph idx="1" type="body"/>
          </p:nvPr>
        </p:nvSpPr>
        <p:spPr>
          <a:xfrm>
            <a:off x="311700" y="1152475"/>
            <a:ext cx="8520600" cy="3416400"/>
          </a:xfrm>
          <a:prstGeom prst="rect">
            <a:avLst/>
          </a:prstGeom>
        </p:spPr>
        <p:txBody>
          <a:bodyPr anchorCtr="0" anchor="t" bIns="34275" lIns="68575" spcFirstLastPara="1" rIns="68575" wrap="square" tIns="34275">
            <a:normAutofit/>
          </a:bodyPr>
          <a:lstStyle/>
          <a:p>
            <a:pPr indent="-381000" lvl="0" marL="457200" marR="0" rtl="0" algn="l">
              <a:lnSpc>
                <a:spcPct val="115000"/>
              </a:lnSpc>
              <a:spcBef>
                <a:spcPts val="0"/>
              </a:spcBef>
              <a:spcAft>
                <a:spcPts val="0"/>
              </a:spcAft>
              <a:buSzPts val="2400"/>
              <a:buChar char="•"/>
            </a:pPr>
            <a:r>
              <a:rPr lang="en"/>
              <a:t>Pricing depends on traditional Excel spreadsheets — inefficient and slow</a:t>
            </a:r>
            <a:endParaRPr/>
          </a:p>
          <a:p>
            <a:pPr indent="-381000" lvl="0" marL="457200" marR="0" rtl="0" algn="l">
              <a:lnSpc>
                <a:spcPct val="115000"/>
              </a:lnSpc>
              <a:spcBef>
                <a:spcPts val="0"/>
              </a:spcBef>
              <a:spcAft>
                <a:spcPts val="0"/>
              </a:spcAft>
              <a:buSzPts val="2400"/>
              <a:buChar char="•"/>
            </a:pPr>
            <a:r>
              <a:rPr lang="en"/>
              <a:t>Users wait more than 5 minutes per result, delaying decision-making</a:t>
            </a:r>
            <a:endParaRPr/>
          </a:p>
          <a:p>
            <a:pPr indent="-381000" lvl="0" marL="457200" marR="0" rtl="0" algn="l">
              <a:lnSpc>
                <a:spcPct val="115000"/>
              </a:lnSpc>
              <a:spcBef>
                <a:spcPts val="0"/>
              </a:spcBef>
              <a:spcAft>
                <a:spcPts val="0"/>
              </a:spcAft>
              <a:buSzPts val="2400"/>
              <a:buChar char="•"/>
            </a:pPr>
            <a:r>
              <a:rPr lang="en"/>
              <a:t>Monte Carlo simulations are difficult to run in this setup</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8"/>
          <p:cNvSpPr txBox="1"/>
          <p:nvPr>
            <p:ph type="title"/>
          </p:nvPr>
        </p:nvSpPr>
        <p:spPr>
          <a:xfrm>
            <a:off x="311700" y="445025"/>
            <a:ext cx="8520600" cy="572700"/>
          </a:xfrm>
          <a:prstGeom prst="rect">
            <a:avLst/>
          </a:prstGeom>
        </p:spPr>
        <p:txBody>
          <a:bodyPr anchorCtr="0" anchor="ctr" bIns="34275" lIns="68575" spcFirstLastPara="1" rIns="68575" wrap="square" tIns="34275">
            <a:normAutofit/>
          </a:bodyPr>
          <a:lstStyle/>
          <a:p>
            <a:pPr indent="0" lvl="0" marL="0" rtl="0" algn="ctr">
              <a:spcBef>
                <a:spcPts val="0"/>
              </a:spcBef>
              <a:spcAft>
                <a:spcPts val="0"/>
              </a:spcAft>
              <a:buNone/>
            </a:pPr>
            <a:r>
              <a:rPr lang="en"/>
              <a:t>Goal</a:t>
            </a:r>
            <a:endParaRPr/>
          </a:p>
        </p:txBody>
      </p:sp>
      <p:sp>
        <p:nvSpPr>
          <p:cNvPr id="147" name="Google Shape;147;p28"/>
          <p:cNvSpPr txBox="1"/>
          <p:nvPr>
            <p:ph idx="1" type="body"/>
          </p:nvPr>
        </p:nvSpPr>
        <p:spPr>
          <a:xfrm>
            <a:off x="311700" y="1152475"/>
            <a:ext cx="8520600" cy="3416400"/>
          </a:xfrm>
          <a:prstGeom prst="rect">
            <a:avLst/>
          </a:prstGeom>
        </p:spPr>
        <p:txBody>
          <a:bodyPr anchorCtr="0" anchor="t" bIns="34275" lIns="68575" spcFirstLastPara="1" rIns="68575" wrap="square" tIns="34275">
            <a:normAutofit/>
          </a:bodyPr>
          <a:lstStyle/>
          <a:p>
            <a:pPr indent="-381000" lvl="0" marL="457200" marR="0" rtl="0" algn="l">
              <a:lnSpc>
                <a:spcPct val="115000"/>
              </a:lnSpc>
              <a:spcBef>
                <a:spcPts val="0"/>
              </a:spcBef>
              <a:spcAft>
                <a:spcPts val="0"/>
              </a:spcAft>
              <a:buSzPts val="2400"/>
              <a:buChar char="•"/>
            </a:pPr>
            <a:r>
              <a:rPr lang="en"/>
              <a:t>Migrate pricing to a paralleling cloud computing environment to accelerate processing speed, with the goal of eliminating wait times altogether and achieving near-instant results.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9"/>
          <p:cNvSpPr txBox="1"/>
          <p:nvPr>
            <p:ph type="title"/>
          </p:nvPr>
        </p:nvSpPr>
        <p:spPr>
          <a:xfrm>
            <a:off x="311700" y="445025"/>
            <a:ext cx="8520600" cy="572700"/>
          </a:xfrm>
          <a:prstGeom prst="rect">
            <a:avLst/>
          </a:prstGeom>
        </p:spPr>
        <p:txBody>
          <a:bodyPr anchorCtr="0" anchor="t" bIns="34275" lIns="68575" spcFirstLastPara="1" rIns="68575" wrap="square" tIns="34275">
            <a:normAutofit/>
          </a:bodyPr>
          <a:lstStyle/>
          <a:p>
            <a:pPr indent="0" lvl="0" marL="0" marR="0" rtl="0" algn="l">
              <a:lnSpc>
                <a:spcPct val="100000"/>
              </a:lnSpc>
              <a:spcBef>
                <a:spcPts val="0"/>
              </a:spcBef>
              <a:spcAft>
                <a:spcPts val="0"/>
              </a:spcAft>
              <a:buClr>
                <a:srgbClr val="000000"/>
              </a:buClr>
              <a:buFont typeface="Arial"/>
              <a:buNone/>
            </a:pPr>
            <a:r>
              <a:rPr b="1" lang="en" sz="2300">
                <a:solidFill>
                  <a:srgbClr val="1F4E79"/>
                </a:solidFill>
              </a:rPr>
              <a:t>Current Stage</a:t>
            </a:r>
            <a:endParaRPr/>
          </a:p>
        </p:txBody>
      </p:sp>
      <p:sp>
        <p:nvSpPr>
          <p:cNvPr id="153" name="Google Shape;153;p29"/>
          <p:cNvSpPr txBox="1"/>
          <p:nvPr>
            <p:ph idx="1" type="body"/>
          </p:nvPr>
        </p:nvSpPr>
        <p:spPr>
          <a:xfrm>
            <a:off x="311700" y="1152475"/>
            <a:ext cx="8520600" cy="3416400"/>
          </a:xfrm>
          <a:prstGeom prst="rect">
            <a:avLst/>
          </a:prstGeom>
        </p:spPr>
        <p:txBody>
          <a:bodyPr anchorCtr="0" anchor="t" bIns="34275" lIns="68575" spcFirstLastPara="1" rIns="68575" wrap="square" tIns="34275">
            <a:normAutofit fontScale="85000" lnSpcReduction="20000"/>
          </a:bodyPr>
          <a:lstStyle/>
          <a:p>
            <a:pPr indent="0" lvl="0" marL="0" rtl="0" algn="l">
              <a:spcBef>
                <a:spcPts val="500"/>
              </a:spcBef>
              <a:spcAft>
                <a:spcPts val="0"/>
              </a:spcAft>
              <a:buNone/>
            </a:pPr>
            <a:r>
              <a:rPr lang="en"/>
              <a:t>We are using a representative set of asset data as our working example, which includes a variety of instruments across multiple fixed income categories. To date, we have already processed nearly half of the portfolio and will continue until all instruments are fully covered. Both the input and output for each asset are structured as dictionaries in JSON format, which simplifies integration and prepares the framework for future parallel computing.</a:t>
            </a:r>
            <a:endParaRPr/>
          </a:p>
          <a:p>
            <a:pPr indent="0" lvl="0" marL="0" rtl="0" algn="l">
              <a:spcBef>
                <a:spcPts val="500"/>
              </a:spcBef>
              <a:spcAft>
                <a:spcPts val="0"/>
              </a:spcAft>
              <a:buNone/>
            </a:pPr>
            <a:r>
              <a:t/>
            </a:r>
            <a:endParaRPr/>
          </a:p>
          <a:p>
            <a:pPr indent="0" lvl="0" marL="0" rtl="0" algn="l">
              <a:spcBef>
                <a:spcPts val="500"/>
              </a:spcBef>
              <a:spcAft>
                <a:spcPts val="0"/>
              </a:spcAft>
              <a:buNone/>
            </a:pPr>
            <a:r>
              <a:rPr lang="en"/>
              <a:t>In parallel, we are testing our code on Azure platform to ensure it runs reliably in a cloud environment. Once validated, we will hand the code over to Ryse engineer for parallel computing. The ultimate objective is to run Monte Carlo simulations—such as different market what-if scenarios—in the shortest possible time.</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30"/>
          <p:cNvSpPr txBox="1"/>
          <p:nvPr/>
        </p:nvSpPr>
        <p:spPr>
          <a:xfrm>
            <a:off x="548640" y="377190"/>
            <a:ext cx="8046491" cy="75438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2300" u="none" cap="none" strike="noStrike">
                <a:solidFill>
                  <a:srgbClr val="1F4E79"/>
                </a:solidFill>
                <a:latin typeface="Calibri"/>
                <a:ea typeface="Calibri"/>
                <a:cs typeface="Calibri"/>
                <a:sym typeface="Calibri"/>
              </a:rPr>
              <a:t>What we were asked to build, and where it stands</a:t>
            </a:r>
            <a:endParaRPr sz="1100"/>
          </a:p>
        </p:txBody>
      </p:sp>
      <p:sp>
        <p:nvSpPr>
          <p:cNvPr id="160" name="Google Shape;160;p30"/>
          <p:cNvSpPr txBox="1"/>
          <p:nvPr/>
        </p:nvSpPr>
        <p:spPr>
          <a:xfrm>
            <a:off x="548640" y="1200150"/>
            <a:ext cx="8046491" cy="353187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1400" u="none" cap="none" strike="noStrike">
                <a:solidFill>
                  <a:srgbClr val="262626"/>
                </a:solidFill>
                <a:latin typeface="Calibri"/>
                <a:ea typeface="Calibri"/>
                <a:cs typeface="Calibri"/>
                <a:sym typeface="Calibri"/>
              </a:rPr>
              <a:t>•  The client had a pricing toolkit built in Excel and Visual Basic, grown over years, that only a handful of people could run or change</a:t>
            </a:r>
            <a:endParaRPr sz="1100"/>
          </a:p>
          <a:p>
            <a:pPr indent="0" lvl="0" marL="0" marR="0" rtl="0" algn="l">
              <a:spcBef>
                <a:spcPts val="1100"/>
              </a:spcBef>
              <a:spcAft>
                <a:spcPts val="0"/>
              </a:spcAft>
              <a:buNone/>
            </a:pPr>
            <a:r>
              <a:rPr b="0" i="0" lang="en" sz="1400" u="none" cap="none" strike="noStrike">
                <a:solidFill>
                  <a:srgbClr val="262626"/>
                </a:solidFill>
                <a:latin typeface="Calibri"/>
                <a:ea typeface="Calibri"/>
                <a:cs typeface="Calibri"/>
                <a:sym typeface="Calibri"/>
              </a:rPr>
              <a:t>•  </a:t>
            </a:r>
            <a:r>
              <a:rPr b="1" i="0" lang="en" sz="1400" u="none" cap="none" strike="noStrike">
                <a:solidFill>
                  <a:srgbClr val="262626"/>
                </a:solidFill>
                <a:latin typeface="Calibri"/>
                <a:ea typeface="Calibri"/>
                <a:cs typeface="Calibri"/>
                <a:sym typeface="Calibri"/>
              </a:rPr>
              <a:t>The job: rebuild it as proper software</a:t>
            </a:r>
            <a:r>
              <a:rPr b="0" i="0" lang="en" sz="1400" u="none" cap="none" strike="noStrike">
                <a:solidFill>
                  <a:srgbClr val="262626"/>
                </a:solidFill>
                <a:latin typeface="Calibri"/>
                <a:ea typeface="Calibri"/>
                <a:cs typeface="Calibri"/>
                <a:sym typeface="Calibri"/>
              </a:rPr>
              <a:t> — same answers, but testable, automatable, and able to be handed to their own engineering team</a:t>
            </a:r>
            <a:endParaRPr sz="1100"/>
          </a:p>
          <a:p>
            <a:pPr indent="0" lvl="0" marL="0" marR="0" rtl="0" algn="l">
              <a:spcBef>
                <a:spcPts val="1100"/>
              </a:spcBef>
              <a:spcAft>
                <a:spcPts val="0"/>
              </a:spcAft>
              <a:buNone/>
            </a:pPr>
            <a:r>
              <a:rPr b="0" i="0" lang="en" sz="1400" u="none" cap="none" strike="noStrike">
                <a:solidFill>
                  <a:srgbClr val="262626"/>
                </a:solidFill>
                <a:latin typeface="Calibri"/>
                <a:ea typeface="Calibri"/>
                <a:cs typeface="Calibri"/>
                <a:sym typeface="Calibri"/>
              </a:rPr>
              <a:t>•  </a:t>
            </a:r>
            <a:r>
              <a:rPr b="1" i="0" lang="en" sz="1400" u="none" cap="none" strike="noStrike">
                <a:solidFill>
                  <a:srgbClr val="262626"/>
                </a:solidFill>
                <a:latin typeface="Calibri"/>
                <a:ea typeface="Calibri"/>
                <a:cs typeface="Calibri"/>
                <a:sym typeface="Calibri"/>
              </a:rPr>
              <a:t>Status: the system works end to end and is in use.</a:t>
            </a:r>
            <a:r>
              <a:rPr b="0" i="0" lang="en" sz="1400" u="none" cap="none" strike="noStrike">
                <a:solidFill>
                  <a:srgbClr val="262626"/>
                </a:solidFill>
                <a:latin typeface="Calibri"/>
                <a:ea typeface="Calibri"/>
                <a:cs typeface="Calibri"/>
                <a:sym typeface="Calibri"/>
              </a:rPr>
              <a:t> The remaining work is extending it to the rest of the portfolio</a:t>
            </a:r>
            <a:endParaRPr sz="11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31"/>
          <p:cNvSpPr txBox="1"/>
          <p:nvPr/>
        </p:nvSpPr>
        <p:spPr>
          <a:xfrm>
            <a:off x="548640" y="377190"/>
            <a:ext cx="8046491" cy="75438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2300" u="none" cap="none" strike="noStrike">
                <a:solidFill>
                  <a:srgbClr val="1F4E79"/>
                </a:solidFill>
                <a:latin typeface="Calibri"/>
                <a:ea typeface="Calibri"/>
                <a:cs typeface="Calibri"/>
                <a:sym typeface="Calibri"/>
              </a:rPr>
              <a:t>What it does today</a:t>
            </a:r>
            <a:endParaRPr sz="1100"/>
          </a:p>
        </p:txBody>
      </p:sp>
      <p:sp>
        <p:nvSpPr>
          <p:cNvPr id="167" name="Google Shape;167;p31"/>
          <p:cNvSpPr txBox="1"/>
          <p:nvPr/>
        </p:nvSpPr>
        <p:spPr>
          <a:xfrm>
            <a:off x="548640" y="1200150"/>
            <a:ext cx="8046491" cy="353187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1400" u="none" cap="none" strike="noStrike">
                <a:solidFill>
                  <a:srgbClr val="262626"/>
                </a:solidFill>
                <a:latin typeface="Calibri"/>
                <a:ea typeface="Calibri"/>
                <a:cs typeface="Calibri"/>
                <a:sym typeface="Calibri"/>
              </a:rPr>
              <a:t>•  Takes a bond, the market rates for that day, and the price the client's custodian recorded — and works out </a:t>
            </a:r>
            <a:r>
              <a:rPr b="1" i="0" lang="en" sz="1400" u="none" cap="none" strike="noStrike">
                <a:solidFill>
                  <a:srgbClr val="262626"/>
                </a:solidFill>
                <a:latin typeface="Calibri"/>
                <a:ea typeface="Calibri"/>
                <a:cs typeface="Calibri"/>
                <a:sym typeface="Calibri"/>
              </a:rPr>
              <a:t>what the market is charging that borrower, and how much the bond's value moves when rates move</a:t>
            </a:r>
            <a:endParaRPr sz="1100"/>
          </a:p>
          <a:p>
            <a:pPr indent="0" lvl="0" marL="0" marR="0" rtl="0" algn="l">
              <a:spcBef>
                <a:spcPts val="1100"/>
              </a:spcBef>
              <a:spcAft>
                <a:spcPts val="0"/>
              </a:spcAft>
              <a:buNone/>
            </a:pPr>
            <a:r>
              <a:rPr b="0" i="0" lang="en" sz="1400" u="none" cap="none" strike="noStrike">
                <a:solidFill>
                  <a:srgbClr val="262626"/>
                </a:solidFill>
                <a:latin typeface="Calibri"/>
                <a:ea typeface="Calibri"/>
                <a:cs typeface="Calibri"/>
                <a:sym typeface="Calibri"/>
              </a:rPr>
              <a:t>•  Runs </a:t>
            </a:r>
            <a:r>
              <a:rPr b="1" i="0" lang="en" sz="1400" u="none" cap="none" strike="noStrike">
                <a:solidFill>
                  <a:srgbClr val="262626"/>
                </a:solidFill>
                <a:latin typeface="Calibri"/>
                <a:ea typeface="Calibri"/>
                <a:cs typeface="Calibri"/>
                <a:sym typeface="Calibri"/>
              </a:rPr>
              <a:t>from a spreadsheet</a:t>
            </a:r>
            <a:r>
              <a:rPr b="0" i="0" lang="en" sz="1400" u="none" cap="none" strike="noStrike">
                <a:solidFill>
                  <a:srgbClr val="262626"/>
                </a:solidFill>
                <a:latin typeface="Calibri"/>
                <a:ea typeface="Calibri"/>
                <a:cs typeface="Calibri"/>
                <a:sym typeface="Calibri"/>
              </a:rPr>
              <a:t>, from a command line, or as a service the client's own systems can call — same answer from all three</a:t>
            </a:r>
            <a:endParaRPr sz="1100"/>
          </a:p>
          <a:p>
            <a:pPr indent="0" lvl="0" marL="0" marR="0" rtl="0" algn="l">
              <a:spcBef>
                <a:spcPts val="1100"/>
              </a:spcBef>
              <a:spcAft>
                <a:spcPts val="0"/>
              </a:spcAft>
              <a:buNone/>
            </a:pPr>
            <a:r>
              <a:rPr b="0" i="0" lang="en" sz="1400" u="none" cap="none" strike="noStrike">
                <a:solidFill>
                  <a:srgbClr val="262626"/>
                </a:solidFill>
                <a:latin typeface="Calibri"/>
                <a:ea typeface="Calibri"/>
                <a:cs typeface="Calibri"/>
                <a:sym typeface="Calibri"/>
              </a:rPr>
              <a:t>•  </a:t>
            </a:r>
            <a:r>
              <a:rPr b="1" i="0" lang="en" sz="1400" u="none" cap="none" strike="noStrike">
                <a:solidFill>
                  <a:srgbClr val="262626"/>
                </a:solidFill>
                <a:latin typeface="Calibri"/>
                <a:ea typeface="Calibri"/>
                <a:cs typeface="Calibri"/>
                <a:sym typeface="Calibri"/>
              </a:rPr>
              <a:t>Every result is reproducible</a:t>
            </a:r>
            <a:r>
              <a:rPr b="0" i="0" lang="en" sz="1400" u="none" cap="none" strike="noStrike">
                <a:solidFill>
                  <a:srgbClr val="262626"/>
                </a:solidFill>
                <a:latin typeface="Calibri"/>
                <a:ea typeface="Calibri"/>
                <a:cs typeface="Calibri"/>
                <a:sym typeface="Calibri"/>
              </a:rPr>
              <a:t>: run it again a month later and you get the identical file, to the byte</a:t>
            </a:r>
            <a:endParaRPr sz="1100"/>
          </a:p>
          <a:p>
            <a:pPr indent="0" lvl="0" marL="0" marR="0" rtl="0" algn="l">
              <a:spcBef>
                <a:spcPts val="1100"/>
              </a:spcBef>
              <a:spcAft>
                <a:spcPts val="0"/>
              </a:spcAft>
              <a:buNone/>
            </a:pPr>
            <a:r>
              <a:rPr b="0" i="0" lang="en" sz="1400" u="none" cap="none" strike="noStrike">
                <a:solidFill>
                  <a:srgbClr val="262626"/>
                </a:solidFill>
                <a:latin typeface="Calibri"/>
                <a:ea typeface="Calibri"/>
                <a:cs typeface="Calibri"/>
                <a:sym typeface="Calibri"/>
              </a:rPr>
              <a:t>•  We price the client's </a:t>
            </a:r>
            <a:r>
              <a:rPr b="1" i="0" lang="en" sz="1400" u="none" cap="none" strike="noStrike">
                <a:solidFill>
                  <a:srgbClr val="262626"/>
                </a:solidFill>
                <a:latin typeface="Calibri"/>
                <a:ea typeface="Calibri"/>
                <a:cs typeface="Calibri"/>
                <a:sym typeface="Calibri"/>
              </a:rPr>
              <a:t>March 2009 book</a:t>
            </a:r>
            <a:r>
              <a:rPr b="0" i="0" lang="en" sz="1400" u="none" cap="none" strike="noStrike">
                <a:solidFill>
                  <a:srgbClr val="262626"/>
                </a:solidFill>
                <a:latin typeface="Calibri"/>
                <a:ea typeface="Calibri"/>
                <a:cs typeface="Calibri"/>
                <a:sym typeface="Calibri"/>
              </a:rPr>
              <a:t> — their own reference case, chosen because the outcomes are already known</a:t>
            </a:r>
            <a:endParaRPr sz="11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32"/>
          <p:cNvSpPr txBox="1"/>
          <p:nvPr/>
        </p:nvSpPr>
        <p:spPr>
          <a:xfrm>
            <a:off x="548640" y="377190"/>
            <a:ext cx="8046600" cy="754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2300" u="none" cap="none" strike="noStrike">
                <a:solidFill>
                  <a:srgbClr val="1F4E79"/>
                </a:solidFill>
                <a:latin typeface="Calibri"/>
                <a:ea typeface="Calibri"/>
                <a:cs typeface="Calibri"/>
                <a:sym typeface="Calibri"/>
              </a:rPr>
              <a:t>Coverage</a:t>
            </a:r>
            <a:endParaRPr sz="1100"/>
          </a:p>
        </p:txBody>
      </p:sp>
      <p:pic>
        <p:nvPicPr>
          <p:cNvPr descr="investor_coverage.png" id="174" name="Google Shape;174;p32"/>
          <p:cNvPicPr preferRelativeResize="0"/>
          <p:nvPr/>
        </p:nvPicPr>
        <p:blipFill rotWithShape="1">
          <a:blip r:embed="rId3">
            <a:alphaModFix/>
          </a:blip>
          <a:srcRect b="0" l="0" r="0" t="0"/>
          <a:stretch/>
        </p:blipFill>
        <p:spPr>
          <a:xfrm>
            <a:off x="548640" y="1268730"/>
            <a:ext cx="8046491" cy="1784974"/>
          </a:xfrm>
          <a:prstGeom prst="rect">
            <a:avLst/>
          </a:prstGeom>
          <a:noFill/>
          <a:ln>
            <a:noFill/>
          </a:ln>
        </p:spPr>
      </p:pic>
      <p:sp>
        <p:nvSpPr>
          <p:cNvPr id="175" name="Google Shape;175;p32"/>
          <p:cNvSpPr txBox="1"/>
          <p:nvPr/>
        </p:nvSpPr>
        <p:spPr>
          <a:xfrm>
            <a:off x="548640" y="3293734"/>
            <a:ext cx="8046491" cy="1438286"/>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1400" u="none" cap="none" strike="noStrike">
                <a:solidFill>
                  <a:srgbClr val="262626"/>
                </a:solidFill>
                <a:latin typeface="Calibri"/>
                <a:ea typeface="Calibri"/>
                <a:cs typeface="Calibri"/>
                <a:sym typeface="Calibri"/>
              </a:rPr>
              <a:t>•  </a:t>
            </a:r>
            <a:r>
              <a:rPr b="1" i="0" lang="en" sz="1400" u="none" cap="none" strike="noStrike">
                <a:solidFill>
                  <a:srgbClr val="262626"/>
                </a:solidFill>
                <a:latin typeface="Calibri"/>
                <a:ea typeface="Calibri"/>
                <a:cs typeface="Calibri"/>
                <a:sym typeface="Calibri"/>
              </a:rPr>
              <a:t>All six classes of ordinary bonds are complete</a:t>
            </a:r>
            <a:r>
              <a:rPr b="0" i="0" lang="en" sz="1400" u="none" cap="none" strike="noStrike">
                <a:solidFill>
                  <a:srgbClr val="262626"/>
                </a:solidFill>
                <a:latin typeface="Calibri"/>
                <a:ea typeface="Calibri"/>
                <a:cs typeface="Calibri"/>
                <a:sym typeface="Calibri"/>
              </a:rPr>
              <a:t> — corporate, government, municipal, agency, inflation-linked, guaranteed</a:t>
            </a:r>
            <a:endParaRPr sz="1100"/>
          </a:p>
          <a:p>
            <a:pPr indent="0" lvl="0" marL="0" marR="0" rtl="0" algn="l">
              <a:spcBef>
                <a:spcPts val="1100"/>
              </a:spcBef>
              <a:spcAft>
                <a:spcPts val="0"/>
              </a:spcAft>
              <a:buNone/>
            </a:pPr>
            <a:r>
              <a:rPr b="0" i="0" lang="en" sz="1400" u="none" cap="none" strike="noStrike">
                <a:solidFill>
                  <a:srgbClr val="262626"/>
                </a:solidFill>
                <a:latin typeface="Calibri"/>
                <a:ea typeface="Calibri"/>
                <a:cs typeface="Calibri"/>
                <a:sym typeface="Calibri"/>
              </a:rPr>
              <a:t>•  </a:t>
            </a:r>
            <a:r>
              <a:rPr b="1" i="0" lang="en" sz="1400" u="none" cap="none" strike="noStrike">
                <a:solidFill>
                  <a:srgbClr val="262626"/>
                </a:solidFill>
                <a:latin typeface="Calibri"/>
                <a:ea typeface="Calibri"/>
                <a:cs typeface="Calibri"/>
                <a:sym typeface="Calibri"/>
              </a:rPr>
              <a:t>The single largest remaining block is not waiting on us</a:t>
            </a:r>
            <a:endParaRPr sz="11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graphicFrame>
        <p:nvGraphicFramePr>
          <p:cNvPr id="180" name="Google Shape;180;p33"/>
          <p:cNvGraphicFramePr/>
          <p:nvPr/>
        </p:nvGraphicFramePr>
        <p:xfrm>
          <a:off x="1122088" y="1018038"/>
          <a:ext cx="3000000" cy="3000000"/>
        </p:xfrm>
        <a:graphic>
          <a:graphicData uri="http://schemas.openxmlformats.org/drawingml/2006/table">
            <a:tbl>
              <a:tblPr>
                <a:noFill/>
                <a:tableStyleId>{7D1CB7CC-6CEF-4181-9F7C-50E4287DAE49}</a:tableStyleId>
              </a:tblPr>
              <a:tblGrid>
                <a:gridCol w="604300"/>
                <a:gridCol w="2593600"/>
                <a:gridCol w="2125075"/>
                <a:gridCol w="1576825"/>
              </a:tblGrid>
              <a:tr h="370800">
                <a:tc>
                  <a:txBody>
                    <a:bodyPr/>
                    <a:lstStyle/>
                    <a:p>
                      <a:pPr indent="0" lvl="0" marL="0" marR="0" rtl="0" algn="l">
                        <a:spcBef>
                          <a:spcPts val="0"/>
                        </a:spcBef>
                        <a:spcAft>
                          <a:spcPts val="0"/>
                        </a:spcAft>
                        <a:buNone/>
                      </a:pPr>
                      <a:r>
                        <a:rPr lang="en" sz="1200"/>
                        <a:t>#</a:t>
                      </a:r>
                      <a:endParaRPr sz="1200"/>
                    </a:p>
                  </a:txBody>
                  <a:tcPr marT="91425" marB="91425" marR="91425" marL="91425"/>
                </a:tc>
                <a:tc>
                  <a:txBody>
                    <a:bodyPr/>
                    <a:lstStyle/>
                    <a:p>
                      <a:pPr indent="0" lvl="0" marL="0" marR="0" rtl="0" algn="l">
                        <a:spcBef>
                          <a:spcPts val="0"/>
                        </a:spcBef>
                        <a:spcAft>
                          <a:spcPts val="0"/>
                        </a:spcAft>
                        <a:buNone/>
                      </a:pPr>
                      <a:r>
                        <a:rPr lang="en" sz="1200"/>
                        <a:t>Category</a:t>
                      </a:r>
                      <a:endParaRPr sz="1200"/>
                    </a:p>
                  </a:txBody>
                  <a:tcPr marT="91425" marB="91425" marR="91425" marL="91425"/>
                </a:tc>
                <a:tc>
                  <a:txBody>
                    <a:bodyPr/>
                    <a:lstStyle/>
                    <a:p>
                      <a:pPr indent="0" lvl="0" marL="0" marR="0" rtl="0" algn="l">
                        <a:spcBef>
                          <a:spcPts val="0"/>
                        </a:spcBef>
                        <a:spcAft>
                          <a:spcPts val="0"/>
                        </a:spcAft>
                        <a:buNone/>
                      </a:pPr>
                      <a:r>
                        <a:rPr lang="en" sz="1200"/>
                        <a:t>Sub-Category</a:t>
                      </a:r>
                      <a:endParaRPr sz="1200"/>
                    </a:p>
                  </a:txBody>
                  <a:tcPr marT="91425" marB="91425" marR="91425" marL="91425"/>
                </a:tc>
                <a:tc>
                  <a:txBody>
                    <a:bodyPr/>
                    <a:lstStyle/>
                    <a:p>
                      <a:pPr indent="0" lvl="0" marL="0" marR="0" rtl="0" algn="l">
                        <a:spcBef>
                          <a:spcPts val="0"/>
                        </a:spcBef>
                        <a:spcAft>
                          <a:spcPts val="0"/>
                        </a:spcAft>
                        <a:buNone/>
                      </a:pPr>
                      <a:r>
                        <a:rPr lang="en" sz="1200"/>
                        <a:t>Total</a:t>
                      </a:r>
                      <a:endParaRPr sz="1200"/>
                    </a:p>
                  </a:txBody>
                  <a:tcPr marT="91425" marB="91425" marR="91425" marL="91425"/>
                </a:tc>
              </a:tr>
              <a:tr h="370800">
                <a:tc>
                  <a:txBody>
                    <a:bodyPr/>
                    <a:lstStyle/>
                    <a:p>
                      <a:pPr indent="0" lvl="0" marL="0" marR="0" rtl="0" algn="r">
                        <a:lnSpc>
                          <a:spcPct val="115000"/>
                        </a:lnSpc>
                        <a:spcBef>
                          <a:spcPts val="0"/>
                        </a:spcBef>
                        <a:spcAft>
                          <a:spcPts val="0"/>
                        </a:spcAft>
                        <a:buNone/>
                      </a:pPr>
                      <a:r>
                        <a:rPr lang="en" sz="1200"/>
                        <a:t>1</a:t>
                      </a:r>
                      <a:endParaRPr sz="1200"/>
                    </a:p>
                  </a:txBody>
                  <a:tcPr marT="91425" marB="91425" marR="91425" marL="91425"/>
                </a:tc>
                <a:tc>
                  <a:txBody>
                    <a:bodyPr/>
                    <a:lstStyle/>
                    <a:p>
                      <a:pPr indent="0" lvl="0" marL="0" marR="0" rtl="0" algn="l">
                        <a:spcBef>
                          <a:spcPts val="0"/>
                        </a:spcBef>
                        <a:spcAft>
                          <a:spcPts val="0"/>
                        </a:spcAft>
                        <a:buNone/>
                      </a:pPr>
                      <a:r>
                        <a:rPr lang="en" sz="1200"/>
                        <a:t>Corporate Bonds</a:t>
                      </a:r>
                      <a:endParaRPr sz="1200"/>
                    </a:p>
                  </a:txBody>
                  <a:tcPr marT="91425" marB="91425" marR="91425" marL="91425"/>
                </a:tc>
                <a:tc>
                  <a:txBody>
                    <a:bodyPr/>
                    <a:lstStyle/>
                    <a:p>
                      <a:pPr indent="0" lvl="0" marL="0" marR="0" rtl="0" algn="l">
                        <a:spcBef>
                          <a:spcPts val="0"/>
                        </a:spcBef>
                        <a:spcAft>
                          <a:spcPts val="0"/>
                        </a:spcAft>
                        <a:buNone/>
                      </a:pPr>
                      <a:r>
                        <a:rPr lang="en" sz="1200"/>
                        <a:t>Regular Bonds</a:t>
                      </a:r>
                      <a:endParaRPr sz="1200"/>
                    </a:p>
                  </a:txBody>
                  <a:tcPr marT="91425" marB="91425" marR="91425" marL="91425"/>
                </a:tc>
                <a:tc>
                  <a:txBody>
                    <a:bodyPr/>
                    <a:lstStyle/>
                    <a:p>
                      <a:pPr indent="0" lvl="0" marL="0" marR="0" rtl="0" algn="l">
                        <a:spcBef>
                          <a:spcPts val="0"/>
                        </a:spcBef>
                        <a:spcAft>
                          <a:spcPts val="0"/>
                        </a:spcAft>
                        <a:buNone/>
                      </a:pPr>
                      <a:r>
                        <a:rPr lang="en" sz="1200"/>
                        <a:t>—</a:t>
                      </a:r>
                      <a:endParaRPr sz="1200"/>
                    </a:p>
                  </a:txBody>
                  <a:tcPr marT="91425" marB="91425" marR="91425" marL="91425"/>
                </a:tc>
              </a:tr>
              <a:tr h="368925">
                <a:tc>
                  <a:txBody>
                    <a:bodyPr/>
                    <a:lstStyle/>
                    <a:p>
                      <a:pPr indent="0" lvl="0" marL="0" marR="0" rtl="0" algn="l">
                        <a:spcBef>
                          <a:spcPts val="0"/>
                        </a:spcBef>
                        <a:spcAft>
                          <a:spcPts val="0"/>
                        </a:spcAft>
                        <a:buNone/>
                      </a:pPr>
                      <a:r>
                        <a:t/>
                      </a:r>
                      <a:endParaRPr sz="1200"/>
                    </a:p>
                  </a:txBody>
                  <a:tcPr marT="91425" marB="91425" marR="91425" marL="91425"/>
                </a:tc>
                <a:tc>
                  <a:txBody>
                    <a:bodyPr/>
                    <a:lstStyle/>
                    <a:p>
                      <a:pPr indent="0" lvl="0" marL="0" marR="0" rtl="0" algn="l">
                        <a:spcBef>
                          <a:spcPts val="0"/>
                        </a:spcBef>
                        <a:spcAft>
                          <a:spcPts val="0"/>
                        </a:spcAft>
                        <a:buNone/>
                      </a:pPr>
                      <a:r>
                        <a:t/>
                      </a:r>
                      <a:endParaRPr sz="1200"/>
                    </a:p>
                  </a:txBody>
                  <a:tcPr marT="91425" marB="91425" marR="91425" marL="91425"/>
                </a:tc>
                <a:tc>
                  <a:txBody>
                    <a:bodyPr/>
                    <a:lstStyle/>
                    <a:p>
                      <a:pPr indent="0" lvl="0" marL="0" marR="0" rtl="0" algn="l">
                        <a:spcBef>
                          <a:spcPts val="0"/>
                        </a:spcBef>
                        <a:spcAft>
                          <a:spcPts val="0"/>
                        </a:spcAft>
                        <a:buNone/>
                      </a:pPr>
                      <a:r>
                        <a:rPr lang="en" sz="1200"/>
                        <a:t>Callable / Puttable / Sinking</a:t>
                      </a:r>
                      <a:endParaRPr sz="1200"/>
                    </a:p>
                  </a:txBody>
                  <a:tcPr marT="91425" marB="91425" marR="91425" marL="91425"/>
                </a:tc>
                <a:tc>
                  <a:txBody>
                    <a:bodyPr/>
                    <a:lstStyle/>
                    <a:p>
                      <a:pPr indent="0" lvl="0" marL="0" marR="0" rtl="0" algn="l">
                        <a:spcBef>
                          <a:spcPts val="0"/>
                        </a:spcBef>
                        <a:spcAft>
                          <a:spcPts val="0"/>
                        </a:spcAft>
                        <a:buNone/>
                      </a:pPr>
                      <a:r>
                        <a:rPr lang="en" sz="1200"/>
                        <a:t>—</a:t>
                      </a:r>
                      <a:endParaRPr sz="1200"/>
                    </a:p>
                  </a:txBody>
                  <a:tcPr marT="91425" marB="91425" marR="91425" marL="91425"/>
                </a:tc>
              </a:tr>
              <a:tr h="368925">
                <a:tc>
                  <a:txBody>
                    <a:bodyPr/>
                    <a:lstStyle/>
                    <a:p>
                      <a:pPr indent="0" lvl="0" marL="0" marR="0" rtl="0" algn="l">
                        <a:spcBef>
                          <a:spcPts val="0"/>
                        </a:spcBef>
                        <a:spcAft>
                          <a:spcPts val="0"/>
                        </a:spcAft>
                        <a:buNone/>
                      </a:pPr>
                      <a:r>
                        <a:t/>
                      </a:r>
                      <a:endParaRPr sz="1200"/>
                    </a:p>
                  </a:txBody>
                  <a:tcPr marT="91425" marB="91425" marR="91425" marL="91425"/>
                </a:tc>
                <a:tc>
                  <a:txBody>
                    <a:bodyPr/>
                    <a:lstStyle/>
                    <a:p>
                      <a:pPr indent="0" lvl="0" marL="0" marR="0" rtl="0" algn="l">
                        <a:spcBef>
                          <a:spcPts val="0"/>
                        </a:spcBef>
                        <a:spcAft>
                          <a:spcPts val="0"/>
                        </a:spcAft>
                        <a:buNone/>
                      </a:pPr>
                      <a:r>
                        <a:t/>
                      </a:r>
                      <a:endParaRPr sz="1200"/>
                    </a:p>
                  </a:txBody>
                  <a:tcPr marT="91425" marB="91425" marR="91425" marL="91425"/>
                </a:tc>
                <a:tc>
                  <a:txBody>
                    <a:bodyPr/>
                    <a:lstStyle/>
                    <a:p>
                      <a:pPr indent="0" lvl="0" marL="0" marR="0" rtl="0" algn="l">
                        <a:spcBef>
                          <a:spcPts val="0"/>
                        </a:spcBef>
                        <a:spcAft>
                          <a:spcPts val="0"/>
                        </a:spcAft>
                        <a:buNone/>
                      </a:pPr>
                      <a:r>
                        <a:rPr lang="en" sz="1200"/>
                        <a:t>Floating Rate Notes (FRN)</a:t>
                      </a:r>
                      <a:endParaRPr sz="1200"/>
                    </a:p>
                  </a:txBody>
                  <a:tcPr marT="91425" marB="91425" marR="91425" marL="91425"/>
                </a:tc>
                <a:tc>
                  <a:txBody>
                    <a:bodyPr/>
                    <a:lstStyle/>
                    <a:p>
                      <a:pPr indent="0" lvl="0" marL="0" marR="0" rtl="0" algn="l">
                        <a:spcBef>
                          <a:spcPts val="0"/>
                        </a:spcBef>
                        <a:spcAft>
                          <a:spcPts val="0"/>
                        </a:spcAft>
                        <a:buNone/>
                      </a:pPr>
                      <a:r>
                        <a:rPr lang="en" sz="1200"/>
                        <a:t>—</a:t>
                      </a:r>
                      <a:endParaRPr sz="1200"/>
                    </a:p>
                  </a:txBody>
                  <a:tcPr marT="91425" marB="91425" marR="91425" marL="91425"/>
                </a:tc>
              </a:tr>
              <a:tr h="368925">
                <a:tc>
                  <a:txBody>
                    <a:bodyPr/>
                    <a:lstStyle/>
                    <a:p>
                      <a:pPr indent="0" lvl="0" marL="0" marR="0" rtl="0" algn="l">
                        <a:spcBef>
                          <a:spcPts val="0"/>
                        </a:spcBef>
                        <a:spcAft>
                          <a:spcPts val="0"/>
                        </a:spcAft>
                        <a:buNone/>
                      </a:pPr>
                      <a:r>
                        <a:t/>
                      </a:r>
                      <a:endParaRPr sz="1200"/>
                    </a:p>
                  </a:txBody>
                  <a:tcPr marT="91425" marB="91425" marR="91425" marL="91425"/>
                </a:tc>
                <a:tc>
                  <a:txBody>
                    <a:bodyPr/>
                    <a:lstStyle/>
                    <a:p>
                      <a:pPr indent="0" lvl="0" marL="0" marR="0" rtl="0" algn="l">
                        <a:spcBef>
                          <a:spcPts val="0"/>
                        </a:spcBef>
                        <a:spcAft>
                          <a:spcPts val="0"/>
                        </a:spcAft>
                        <a:buNone/>
                      </a:pPr>
                      <a:r>
                        <a:t/>
                      </a:r>
                      <a:endParaRPr sz="1200"/>
                    </a:p>
                  </a:txBody>
                  <a:tcPr marT="91425" marB="91425" marR="91425" marL="91425"/>
                </a:tc>
                <a:tc>
                  <a:txBody>
                    <a:bodyPr/>
                    <a:lstStyle/>
                    <a:p>
                      <a:pPr indent="0" lvl="0" marL="0" marR="0" rtl="0" algn="l">
                        <a:spcBef>
                          <a:spcPts val="0"/>
                        </a:spcBef>
                        <a:spcAft>
                          <a:spcPts val="0"/>
                        </a:spcAft>
                        <a:buNone/>
                      </a:pPr>
                      <a:r>
                        <a:rPr lang="en" sz="1200"/>
                        <a:t>Corporate Bonds Total</a:t>
                      </a:r>
                      <a:endParaRPr sz="1200"/>
                    </a:p>
                  </a:txBody>
                  <a:tcPr marT="91425" marB="91425" marR="91425" marL="91425"/>
                </a:tc>
                <a:tc>
                  <a:txBody>
                    <a:bodyPr/>
                    <a:lstStyle/>
                    <a:p>
                      <a:pPr indent="0" lvl="0" marL="0" marR="0" rtl="0" algn="r">
                        <a:lnSpc>
                          <a:spcPct val="115000"/>
                        </a:lnSpc>
                        <a:spcBef>
                          <a:spcPts val="0"/>
                        </a:spcBef>
                        <a:spcAft>
                          <a:spcPts val="0"/>
                        </a:spcAft>
                        <a:buNone/>
                      </a:pPr>
                      <a:r>
                        <a:rPr lang="en" sz="1200"/>
                        <a:t>811</a:t>
                      </a:r>
                      <a:endParaRPr sz="1200"/>
                    </a:p>
                  </a:txBody>
                  <a:tcPr marT="91425" marB="91425" marR="91425" marL="91425"/>
                </a:tc>
              </a:tr>
              <a:tr h="370800">
                <a:tc>
                  <a:txBody>
                    <a:bodyPr/>
                    <a:lstStyle/>
                    <a:p>
                      <a:pPr indent="0" lvl="0" marL="0" marR="0" rtl="0" algn="r">
                        <a:lnSpc>
                          <a:spcPct val="115000"/>
                        </a:lnSpc>
                        <a:spcBef>
                          <a:spcPts val="0"/>
                        </a:spcBef>
                        <a:spcAft>
                          <a:spcPts val="0"/>
                        </a:spcAft>
                        <a:buNone/>
                      </a:pPr>
                      <a:r>
                        <a:rPr lang="en" sz="1200"/>
                        <a:t>2</a:t>
                      </a:r>
                      <a:endParaRPr sz="1200"/>
                    </a:p>
                  </a:txBody>
                  <a:tcPr marT="91425" marB="91425" marR="91425" marL="91425"/>
                </a:tc>
                <a:tc>
                  <a:txBody>
                    <a:bodyPr/>
                    <a:lstStyle/>
                    <a:p>
                      <a:pPr indent="0" lvl="0" marL="0" marR="0" rtl="0" algn="l">
                        <a:spcBef>
                          <a:spcPts val="0"/>
                        </a:spcBef>
                        <a:spcAft>
                          <a:spcPts val="0"/>
                        </a:spcAft>
                        <a:buNone/>
                      </a:pPr>
                      <a:r>
                        <a:rPr lang="en" sz="1200"/>
                        <a:t>Government Bonds</a:t>
                      </a:r>
                      <a:endParaRPr sz="1200"/>
                    </a:p>
                  </a:txBody>
                  <a:tcPr marT="91425" marB="91425" marR="91425" marL="91425"/>
                </a:tc>
                <a:tc>
                  <a:txBody>
                    <a:bodyPr/>
                    <a:lstStyle/>
                    <a:p>
                      <a:pPr indent="0" lvl="0" marL="0" marR="0" rtl="0" algn="l">
                        <a:spcBef>
                          <a:spcPts val="0"/>
                        </a:spcBef>
                        <a:spcAft>
                          <a:spcPts val="0"/>
                        </a:spcAft>
                        <a:buNone/>
                      </a:pPr>
                      <a:r>
                        <a:rPr lang="en" sz="1200"/>
                        <a:t>—</a:t>
                      </a:r>
                      <a:endParaRPr sz="1200"/>
                    </a:p>
                  </a:txBody>
                  <a:tcPr marT="91425" marB="91425" marR="91425" marL="91425"/>
                </a:tc>
                <a:tc>
                  <a:txBody>
                    <a:bodyPr/>
                    <a:lstStyle/>
                    <a:p>
                      <a:pPr indent="0" lvl="0" marL="0" marR="0" rtl="0" algn="r">
                        <a:lnSpc>
                          <a:spcPct val="115000"/>
                        </a:lnSpc>
                        <a:spcBef>
                          <a:spcPts val="0"/>
                        </a:spcBef>
                        <a:spcAft>
                          <a:spcPts val="0"/>
                        </a:spcAft>
                        <a:buNone/>
                      </a:pPr>
                      <a:r>
                        <a:rPr lang="en" sz="1200"/>
                        <a:t>153</a:t>
                      </a:r>
                      <a:endParaRPr sz="1200"/>
                    </a:p>
                  </a:txBody>
                  <a:tcPr marT="91425" marB="91425" marR="91425" marL="91425"/>
                </a:tc>
              </a:tr>
              <a:tr h="368925">
                <a:tc>
                  <a:txBody>
                    <a:bodyPr/>
                    <a:lstStyle/>
                    <a:p>
                      <a:pPr indent="0" lvl="0" marL="0" marR="0" rtl="0" algn="r">
                        <a:lnSpc>
                          <a:spcPct val="115000"/>
                        </a:lnSpc>
                        <a:spcBef>
                          <a:spcPts val="0"/>
                        </a:spcBef>
                        <a:spcAft>
                          <a:spcPts val="0"/>
                        </a:spcAft>
                        <a:buNone/>
                      </a:pPr>
                      <a:r>
                        <a:rPr lang="en" sz="1200"/>
                        <a:t>3</a:t>
                      </a:r>
                      <a:endParaRPr sz="1200"/>
                    </a:p>
                  </a:txBody>
                  <a:tcPr marT="91425" marB="91425" marR="91425" marL="91425"/>
                </a:tc>
                <a:tc>
                  <a:txBody>
                    <a:bodyPr/>
                    <a:lstStyle/>
                    <a:p>
                      <a:pPr indent="0" lvl="0" marL="0" marR="0" rtl="0" algn="l">
                        <a:spcBef>
                          <a:spcPts val="0"/>
                        </a:spcBef>
                        <a:spcAft>
                          <a:spcPts val="0"/>
                        </a:spcAft>
                        <a:buNone/>
                      </a:pPr>
                      <a:r>
                        <a:rPr lang="en" sz="1200"/>
                        <a:t>Municipal / Provincial Bonds</a:t>
                      </a:r>
                      <a:endParaRPr sz="1200"/>
                    </a:p>
                  </a:txBody>
                  <a:tcPr marT="91425" marB="91425" marR="91425" marL="91425"/>
                </a:tc>
                <a:tc>
                  <a:txBody>
                    <a:bodyPr/>
                    <a:lstStyle/>
                    <a:p>
                      <a:pPr indent="0" lvl="0" marL="0" marR="0" rtl="0" algn="l">
                        <a:spcBef>
                          <a:spcPts val="0"/>
                        </a:spcBef>
                        <a:spcAft>
                          <a:spcPts val="0"/>
                        </a:spcAft>
                        <a:buNone/>
                      </a:pPr>
                      <a:r>
                        <a:rPr lang="en" sz="1200"/>
                        <a:t>—</a:t>
                      </a:r>
                      <a:endParaRPr sz="1200"/>
                    </a:p>
                  </a:txBody>
                  <a:tcPr marT="91425" marB="91425" marR="91425" marL="91425"/>
                </a:tc>
                <a:tc>
                  <a:txBody>
                    <a:bodyPr/>
                    <a:lstStyle/>
                    <a:p>
                      <a:pPr indent="0" lvl="0" marL="0" marR="0" rtl="0" algn="r">
                        <a:lnSpc>
                          <a:spcPct val="115000"/>
                        </a:lnSpc>
                        <a:spcBef>
                          <a:spcPts val="0"/>
                        </a:spcBef>
                        <a:spcAft>
                          <a:spcPts val="0"/>
                        </a:spcAft>
                        <a:buNone/>
                      </a:pPr>
                      <a:r>
                        <a:rPr lang="en" sz="1200"/>
                        <a:t>7</a:t>
                      </a:r>
                      <a:endParaRPr sz="1200"/>
                    </a:p>
                  </a:txBody>
                  <a:tcPr marT="91425" marB="91425" marR="91425" marL="91425"/>
                </a:tc>
              </a:tr>
              <a:tr h="368925">
                <a:tc>
                  <a:txBody>
                    <a:bodyPr/>
                    <a:lstStyle/>
                    <a:p>
                      <a:pPr indent="0" lvl="0" marL="0" marR="0" rtl="0" algn="r">
                        <a:lnSpc>
                          <a:spcPct val="115000"/>
                        </a:lnSpc>
                        <a:spcBef>
                          <a:spcPts val="0"/>
                        </a:spcBef>
                        <a:spcAft>
                          <a:spcPts val="0"/>
                        </a:spcAft>
                        <a:buNone/>
                      </a:pPr>
                      <a:r>
                        <a:rPr lang="en" sz="1200"/>
                        <a:t>4</a:t>
                      </a:r>
                      <a:endParaRPr sz="1200"/>
                    </a:p>
                  </a:txBody>
                  <a:tcPr marT="91425" marB="91425" marR="91425" marL="91425"/>
                </a:tc>
                <a:tc>
                  <a:txBody>
                    <a:bodyPr/>
                    <a:lstStyle/>
                    <a:p>
                      <a:pPr indent="0" lvl="0" marL="0" marR="0" rtl="0" algn="l">
                        <a:spcBef>
                          <a:spcPts val="0"/>
                        </a:spcBef>
                        <a:spcAft>
                          <a:spcPts val="0"/>
                        </a:spcAft>
                        <a:buNone/>
                      </a:pPr>
                      <a:r>
                        <a:rPr lang="en" sz="1200"/>
                        <a:t>Government Agencies</a:t>
                      </a:r>
                      <a:endParaRPr sz="1200"/>
                    </a:p>
                  </a:txBody>
                  <a:tcPr marT="91425" marB="91425" marR="91425" marL="91425"/>
                </a:tc>
                <a:tc>
                  <a:txBody>
                    <a:bodyPr/>
                    <a:lstStyle/>
                    <a:p>
                      <a:pPr indent="0" lvl="0" marL="0" marR="0" rtl="0" algn="l">
                        <a:spcBef>
                          <a:spcPts val="0"/>
                        </a:spcBef>
                        <a:spcAft>
                          <a:spcPts val="0"/>
                        </a:spcAft>
                        <a:buNone/>
                      </a:pPr>
                      <a:r>
                        <a:rPr lang="en" sz="1200"/>
                        <a:t>—</a:t>
                      </a:r>
                      <a:endParaRPr sz="1200"/>
                    </a:p>
                  </a:txBody>
                  <a:tcPr marT="91425" marB="91425" marR="91425" marL="91425"/>
                </a:tc>
                <a:tc>
                  <a:txBody>
                    <a:bodyPr/>
                    <a:lstStyle/>
                    <a:p>
                      <a:pPr indent="0" lvl="0" marL="0" marR="0" rtl="0" algn="r">
                        <a:lnSpc>
                          <a:spcPct val="115000"/>
                        </a:lnSpc>
                        <a:spcBef>
                          <a:spcPts val="0"/>
                        </a:spcBef>
                        <a:spcAft>
                          <a:spcPts val="0"/>
                        </a:spcAft>
                        <a:buNone/>
                      </a:pPr>
                      <a:r>
                        <a:rPr lang="en" sz="1200"/>
                        <a:t>42</a:t>
                      </a:r>
                      <a:endParaRPr sz="1200"/>
                    </a:p>
                  </a:txBody>
                  <a:tcPr marT="91425" marB="91425" marR="91425" marL="91425"/>
                </a:tc>
              </a:tr>
              <a:tr h="368925">
                <a:tc>
                  <a:txBody>
                    <a:bodyPr/>
                    <a:lstStyle/>
                    <a:p>
                      <a:pPr indent="0" lvl="0" marL="0" marR="0" rtl="0" algn="r">
                        <a:lnSpc>
                          <a:spcPct val="115000"/>
                        </a:lnSpc>
                        <a:spcBef>
                          <a:spcPts val="0"/>
                        </a:spcBef>
                        <a:spcAft>
                          <a:spcPts val="0"/>
                        </a:spcAft>
                        <a:buNone/>
                      </a:pPr>
                      <a:r>
                        <a:rPr lang="en" sz="1200"/>
                        <a:t>5</a:t>
                      </a:r>
                      <a:endParaRPr sz="1200"/>
                    </a:p>
                  </a:txBody>
                  <a:tcPr marT="91425" marB="91425" marR="91425" marL="91425"/>
                </a:tc>
                <a:tc>
                  <a:txBody>
                    <a:bodyPr/>
                    <a:lstStyle/>
                    <a:p>
                      <a:pPr indent="0" lvl="0" marL="0" marR="0" rtl="0" algn="l">
                        <a:spcBef>
                          <a:spcPts val="0"/>
                        </a:spcBef>
                        <a:spcAft>
                          <a:spcPts val="0"/>
                        </a:spcAft>
                        <a:buNone/>
                      </a:pPr>
                      <a:r>
                        <a:rPr lang="en" sz="1200"/>
                        <a:t>Index-Linked Government Bonds</a:t>
                      </a:r>
                      <a:endParaRPr sz="1200"/>
                    </a:p>
                  </a:txBody>
                  <a:tcPr marT="91425" marB="91425" marR="91425" marL="91425"/>
                </a:tc>
                <a:tc>
                  <a:txBody>
                    <a:bodyPr/>
                    <a:lstStyle/>
                    <a:p>
                      <a:pPr indent="0" lvl="0" marL="0" marR="0" rtl="0" algn="l">
                        <a:spcBef>
                          <a:spcPts val="0"/>
                        </a:spcBef>
                        <a:spcAft>
                          <a:spcPts val="0"/>
                        </a:spcAft>
                        <a:buNone/>
                      </a:pPr>
                      <a:r>
                        <a:rPr lang="en" sz="1200"/>
                        <a:t>—</a:t>
                      </a:r>
                      <a:endParaRPr sz="1200"/>
                    </a:p>
                  </a:txBody>
                  <a:tcPr marT="91425" marB="91425" marR="91425" marL="91425"/>
                </a:tc>
                <a:tc>
                  <a:txBody>
                    <a:bodyPr/>
                    <a:lstStyle/>
                    <a:p>
                      <a:pPr indent="0" lvl="0" marL="0" marR="0" rtl="0" algn="r">
                        <a:lnSpc>
                          <a:spcPct val="115000"/>
                        </a:lnSpc>
                        <a:spcBef>
                          <a:spcPts val="0"/>
                        </a:spcBef>
                        <a:spcAft>
                          <a:spcPts val="0"/>
                        </a:spcAft>
                        <a:buNone/>
                      </a:pPr>
                      <a:r>
                        <a:rPr lang="en" sz="1200"/>
                        <a:t>16</a:t>
                      </a:r>
                      <a:endParaRPr sz="1200"/>
                    </a:p>
                  </a:txBody>
                  <a:tcPr marT="91425" marB="91425" marR="91425" marL="91425"/>
                </a:tc>
              </a:tr>
              <a:tr h="370800">
                <a:tc>
                  <a:txBody>
                    <a:bodyPr/>
                    <a:lstStyle/>
                    <a:p>
                      <a:pPr indent="0" lvl="0" marL="0" marR="0" rtl="0" algn="l">
                        <a:spcBef>
                          <a:spcPts val="0"/>
                        </a:spcBef>
                        <a:spcAft>
                          <a:spcPts val="0"/>
                        </a:spcAft>
                        <a:buNone/>
                      </a:pPr>
                      <a:r>
                        <a:t/>
                      </a:r>
                      <a:endParaRPr sz="1200"/>
                    </a:p>
                  </a:txBody>
                  <a:tcPr marT="91425" marB="91425" marR="91425" marL="91425"/>
                </a:tc>
                <a:tc>
                  <a:txBody>
                    <a:bodyPr/>
                    <a:lstStyle/>
                    <a:p>
                      <a:pPr indent="0" lvl="0" marL="0" marR="0" rtl="0" algn="l">
                        <a:spcBef>
                          <a:spcPts val="0"/>
                        </a:spcBef>
                        <a:spcAft>
                          <a:spcPts val="0"/>
                        </a:spcAft>
                        <a:buNone/>
                      </a:pPr>
                      <a:r>
                        <a:t/>
                      </a:r>
                      <a:endParaRPr sz="1200"/>
                    </a:p>
                  </a:txBody>
                  <a:tcPr marT="91425" marB="91425" marR="91425" marL="91425"/>
                </a:tc>
                <a:tc>
                  <a:txBody>
                    <a:bodyPr/>
                    <a:lstStyle/>
                    <a:p>
                      <a:pPr indent="0" lvl="0" marL="0" marR="0" rtl="0" algn="l">
                        <a:spcBef>
                          <a:spcPts val="0"/>
                        </a:spcBef>
                        <a:spcAft>
                          <a:spcPts val="0"/>
                        </a:spcAft>
                        <a:buNone/>
                      </a:pPr>
                      <a:r>
                        <a:rPr lang="en" sz="1200"/>
                        <a:t>Total Completed</a:t>
                      </a:r>
                      <a:endParaRPr sz="1200"/>
                    </a:p>
                  </a:txBody>
                  <a:tcPr marT="91425" marB="91425" marR="91425" marL="91425"/>
                </a:tc>
                <a:tc>
                  <a:txBody>
                    <a:bodyPr/>
                    <a:lstStyle/>
                    <a:p>
                      <a:pPr indent="0" lvl="0" marL="0" marR="0" rtl="0" algn="r">
                        <a:lnSpc>
                          <a:spcPct val="115000"/>
                        </a:lnSpc>
                        <a:spcBef>
                          <a:spcPts val="0"/>
                        </a:spcBef>
                        <a:spcAft>
                          <a:spcPts val="0"/>
                        </a:spcAft>
                        <a:buNone/>
                      </a:pPr>
                      <a:r>
                        <a:rPr lang="en" sz="1200"/>
                        <a:t>1029</a:t>
                      </a:r>
                      <a:endParaRPr sz="1200"/>
                    </a:p>
                  </a:txBody>
                  <a:tcPr marT="91425" marB="91425" marR="91425" marL="91425"/>
                </a:tc>
              </a:tr>
            </a:tbl>
          </a:graphicData>
        </a:graphic>
      </p:graphicFrame>
      <p:sp>
        <p:nvSpPr>
          <p:cNvPr id="181" name="Google Shape;181;p33"/>
          <p:cNvSpPr txBox="1"/>
          <p:nvPr/>
        </p:nvSpPr>
        <p:spPr>
          <a:xfrm>
            <a:off x="548640" y="377190"/>
            <a:ext cx="8046600" cy="423300"/>
          </a:xfrm>
          <a:prstGeom prst="rect">
            <a:avLst/>
          </a:prstGeom>
          <a:noFill/>
          <a:ln>
            <a:noFill/>
          </a:ln>
        </p:spPr>
        <p:txBody>
          <a:bodyPr anchorCtr="0" anchor="t" bIns="34275" lIns="68575" spcFirstLastPara="1" rIns="68575" wrap="square" tIns="34275">
            <a:spAutoFit/>
          </a:bodyPr>
          <a:lstStyle/>
          <a:p>
            <a:pPr indent="0" lvl="0" marL="0" rtl="0" algn="l">
              <a:spcBef>
                <a:spcPts val="0"/>
              </a:spcBef>
              <a:spcAft>
                <a:spcPts val="0"/>
              </a:spcAft>
              <a:buSzPts val="1100"/>
              <a:buNone/>
            </a:pPr>
            <a:r>
              <a:rPr b="1" lang="en" sz="2300">
                <a:solidFill>
                  <a:srgbClr val="1F4E79"/>
                </a:solidFill>
                <a:latin typeface="Calibri"/>
                <a:ea typeface="Calibri"/>
                <a:cs typeface="Calibri"/>
                <a:sym typeface="Calibri"/>
              </a:rPr>
              <a:t>Completed Work</a:t>
            </a:r>
            <a:endParaRPr b="1" sz="2300">
              <a:solidFill>
                <a:srgbClr val="1F4E79"/>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graphicFrame>
        <p:nvGraphicFramePr>
          <p:cNvPr id="186" name="Google Shape;186;p34"/>
          <p:cNvGraphicFramePr/>
          <p:nvPr/>
        </p:nvGraphicFramePr>
        <p:xfrm>
          <a:off x="1013313" y="1005413"/>
          <a:ext cx="3000000" cy="3000000"/>
        </p:xfrm>
        <a:graphic>
          <a:graphicData uri="http://schemas.openxmlformats.org/drawingml/2006/table">
            <a:tbl>
              <a:tblPr>
                <a:noFill/>
                <a:tableStyleId>{7D1CB7CC-6CEF-4181-9F7C-50E4287DAE49}</a:tableStyleId>
              </a:tblPr>
              <a:tblGrid>
                <a:gridCol w="1025125"/>
                <a:gridCol w="4176200"/>
                <a:gridCol w="1916050"/>
              </a:tblGrid>
              <a:tr h="348775">
                <a:tc>
                  <a:txBody>
                    <a:bodyPr/>
                    <a:lstStyle/>
                    <a:p>
                      <a:pPr indent="0" lvl="0" marL="0" rtl="0" algn="l">
                        <a:spcBef>
                          <a:spcPts val="0"/>
                        </a:spcBef>
                        <a:spcAft>
                          <a:spcPts val="0"/>
                        </a:spcAft>
                        <a:buNone/>
                      </a:pPr>
                      <a:r>
                        <a:rPr lang="en" sz="1200"/>
                        <a:t>#</a:t>
                      </a:r>
                      <a:endParaRPr sz="1200"/>
                    </a:p>
                  </a:txBody>
                  <a:tcPr marT="91425" marB="91425" marR="91425" marL="91425"/>
                </a:tc>
                <a:tc>
                  <a:txBody>
                    <a:bodyPr/>
                    <a:lstStyle/>
                    <a:p>
                      <a:pPr indent="0" lvl="0" marL="0" rtl="0" algn="l">
                        <a:spcBef>
                          <a:spcPts val="0"/>
                        </a:spcBef>
                        <a:spcAft>
                          <a:spcPts val="0"/>
                        </a:spcAft>
                        <a:buNone/>
                      </a:pPr>
                      <a:r>
                        <a:rPr lang="en" sz="1200"/>
                        <a:t>Category</a:t>
                      </a:r>
                      <a:endParaRPr sz="1200"/>
                    </a:p>
                  </a:txBody>
                  <a:tcPr marT="91425" marB="91425" marR="91425" marL="91425"/>
                </a:tc>
                <a:tc>
                  <a:txBody>
                    <a:bodyPr/>
                    <a:lstStyle/>
                    <a:p>
                      <a:pPr indent="0" lvl="0" marL="0" rtl="0" algn="l">
                        <a:spcBef>
                          <a:spcPts val="0"/>
                        </a:spcBef>
                        <a:spcAft>
                          <a:spcPts val="0"/>
                        </a:spcAft>
                        <a:buNone/>
                      </a:pPr>
                      <a:r>
                        <a:rPr lang="en" sz="1200"/>
                        <a:t>Total</a:t>
                      </a:r>
                      <a:endParaRPr sz="1200"/>
                    </a:p>
                  </a:txBody>
                  <a:tcPr marT="91425" marB="91425" marR="91425" marL="91425"/>
                </a:tc>
              </a:tr>
              <a:tr h="411075">
                <a:tc>
                  <a:txBody>
                    <a:bodyPr/>
                    <a:lstStyle/>
                    <a:p>
                      <a:pPr indent="0" lvl="0" marL="0" rtl="0" algn="r">
                        <a:lnSpc>
                          <a:spcPct val="115000"/>
                        </a:lnSpc>
                        <a:spcBef>
                          <a:spcPts val="0"/>
                        </a:spcBef>
                        <a:spcAft>
                          <a:spcPts val="0"/>
                        </a:spcAft>
                        <a:buNone/>
                      </a:pPr>
                      <a:r>
                        <a:rPr lang="en" sz="1200"/>
                        <a:t>6</a:t>
                      </a:r>
                      <a:endParaRPr sz="1200"/>
                    </a:p>
                  </a:txBody>
                  <a:tcPr marT="91425" marB="91425" marR="91425" marL="91425"/>
                </a:tc>
                <a:tc>
                  <a:txBody>
                    <a:bodyPr/>
                    <a:lstStyle/>
                    <a:p>
                      <a:pPr indent="0" lvl="0" marL="0" rtl="0" algn="l">
                        <a:spcBef>
                          <a:spcPts val="0"/>
                        </a:spcBef>
                        <a:spcAft>
                          <a:spcPts val="0"/>
                        </a:spcAft>
                        <a:buNone/>
                      </a:pPr>
                      <a:r>
                        <a:rPr lang="en" sz="1200"/>
                        <a:t>Government Mortgage Backed Securities</a:t>
                      </a:r>
                      <a:endParaRPr sz="1200"/>
                    </a:p>
                  </a:txBody>
                  <a:tcPr marT="91425" marB="91425" marR="91425" marL="91425"/>
                </a:tc>
                <a:tc>
                  <a:txBody>
                    <a:bodyPr/>
                    <a:lstStyle/>
                    <a:p>
                      <a:pPr indent="0" lvl="0" marL="0" rtl="0" algn="r">
                        <a:lnSpc>
                          <a:spcPct val="115000"/>
                        </a:lnSpc>
                        <a:spcBef>
                          <a:spcPts val="0"/>
                        </a:spcBef>
                        <a:spcAft>
                          <a:spcPts val="0"/>
                        </a:spcAft>
                        <a:buNone/>
                      </a:pPr>
                      <a:r>
                        <a:rPr lang="en" sz="1200"/>
                        <a:t>888</a:t>
                      </a:r>
                      <a:endParaRPr sz="1200"/>
                    </a:p>
                  </a:txBody>
                  <a:tcPr marT="91425" marB="91425" marR="91425" marL="91425"/>
                </a:tc>
              </a:tr>
              <a:tr h="371025">
                <a:tc>
                  <a:txBody>
                    <a:bodyPr/>
                    <a:lstStyle/>
                    <a:p>
                      <a:pPr indent="0" lvl="0" marL="0" rtl="0" algn="r">
                        <a:lnSpc>
                          <a:spcPct val="115000"/>
                        </a:lnSpc>
                        <a:spcBef>
                          <a:spcPts val="0"/>
                        </a:spcBef>
                        <a:spcAft>
                          <a:spcPts val="0"/>
                        </a:spcAft>
                        <a:buNone/>
                      </a:pPr>
                      <a:r>
                        <a:rPr lang="en" sz="1200"/>
                        <a:t>7</a:t>
                      </a:r>
                      <a:endParaRPr sz="1200"/>
                    </a:p>
                  </a:txBody>
                  <a:tcPr marT="91425" marB="91425" marR="91425" marL="91425"/>
                </a:tc>
                <a:tc>
                  <a:txBody>
                    <a:bodyPr/>
                    <a:lstStyle/>
                    <a:p>
                      <a:pPr indent="0" lvl="0" marL="0" rtl="0" algn="l">
                        <a:spcBef>
                          <a:spcPts val="0"/>
                        </a:spcBef>
                        <a:spcAft>
                          <a:spcPts val="0"/>
                        </a:spcAft>
                        <a:buNone/>
                      </a:pPr>
                      <a:r>
                        <a:rPr lang="en" sz="1200"/>
                        <a:t>Non-Government Backed C.M.O.s</a:t>
                      </a:r>
                      <a:endParaRPr sz="1200"/>
                    </a:p>
                  </a:txBody>
                  <a:tcPr marT="91425" marB="91425" marR="91425" marL="91425"/>
                </a:tc>
                <a:tc>
                  <a:txBody>
                    <a:bodyPr/>
                    <a:lstStyle/>
                    <a:p>
                      <a:pPr indent="0" lvl="0" marL="0" rtl="0" algn="r">
                        <a:lnSpc>
                          <a:spcPct val="115000"/>
                        </a:lnSpc>
                        <a:spcBef>
                          <a:spcPts val="0"/>
                        </a:spcBef>
                        <a:spcAft>
                          <a:spcPts val="0"/>
                        </a:spcAft>
                        <a:buNone/>
                      </a:pPr>
                      <a:r>
                        <a:rPr lang="en" sz="1200"/>
                        <a:t>265</a:t>
                      </a:r>
                      <a:endParaRPr sz="1200"/>
                    </a:p>
                  </a:txBody>
                  <a:tcPr marT="91425" marB="91425" marR="91425" marL="91425"/>
                </a:tc>
              </a:tr>
              <a:tr h="348775">
                <a:tc>
                  <a:txBody>
                    <a:bodyPr/>
                    <a:lstStyle/>
                    <a:p>
                      <a:pPr indent="0" lvl="0" marL="0" rtl="0" algn="r">
                        <a:lnSpc>
                          <a:spcPct val="115000"/>
                        </a:lnSpc>
                        <a:spcBef>
                          <a:spcPts val="0"/>
                        </a:spcBef>
                        <a:spcAft>
                          <a:spcPts val="0"/>
                        </a:spcAft>
                        <a:buNone/>
                      </a:pPr>
                      <a:r>
                        <a:rPr lang="en" sz="1200"/>
                        <a:t>8</a:t>
                      </a:r>
                      <a:endParaRPr sz="1200"/>
                    </a:p>
                  </a:txBody>
                  <a:tcPr marT="91425" marB="91425" marR="91425" marL="91425"/>
                </a:tc>
                <a:tc>
                  <a:txBody>
                    <a:bodyPr/>
                    <a:lstStyle/>
                    <a:p>
                      <a:pPr indent="0" lvl="0" marL="0" rtl="0" algn="l">
                        <a:spcBef>
                          <a:spcPts val="0"/>
                        </a:spcBef>
                        <a:spcAft>
                          <a:spcPts val="0"/>
                        </a:spcAft>
                        <a:buNone/>
                      </a:pPr>
                      <a:r>
                        <a:rPr lang="en" sz="1200"/>
                        <a:t>Asset Backed Securities</a:t>
                      </a:r>
                      <a:endParaRPr sz="1200"/>
                    </a:p>
                  </a:txBody>
                  <a:tcPr marT="91425" marB="91425" marR="91425" marL="91425"/>
                </a:tc>
                <a:tc>
                  <a:txBody>
                    <a:bodyPr/>
                    <a:lstStyle/>
                    <a:p>
                      <a:pPr indent="0" lvl="0" marL="0" rtl="0" algn="r">
                        <a:lnSpc>
                          <a:spcPct val="115000"/>
                        </a:lnSpc>
                        <a:spcBef>
                          <a:spcPts val="0"/>
                        </a:spcBef>
                        <a:spcAft>
                          <a:spcPts val="0"/>
                        </a:spcAft>
                        <a:buNone/>
                      </a:pPr>
                      <a:r>
                        <a:rPr lang="en" sz="1200"/>
                        <a:t>79</a:t>
                      </a:r>
                      <a:endParaRPr sz="1200"/>
                    </a:p>
                  </a:txBody>
                  <a:tcPr marT="91425" marB="91425" marR="91425" marL="91425"/>
                </a:tc>
              </a:tr>
              <a:tr h="339000">
                <a:tc>
                  <a:txBody>
                    <a:bodyPr/>
                    <a:lstStyle/>
                    <a:p>
                      <a:pPr indent="0" lvl="0" marL="0" rtl="0" algn="r">
                        <a:lnSpc>
                          <a:spcPct val="115000"/>
                        </a:lnSpc>
                        <a:spcBef>
                          <a:spcPts val="0"/>
                        </a:spcBef>
                        <a:spcAft>
                          <a:spcPts val="0"/>
                        </a:spcAft>
                        <a:buNone/>
                      </a:pPr>
                      <a:r>
                        <a:rPr lang="en" sz="1200"/>
                        <a:t>9</a:t>
                      </a:r>
                      <a:endParaRPr sz="1200"/>
                    </a:p>
                  </a:txBody>
                  <a:tcPr marT="91425" marB="91425" marR="91425" marL="91425"/>
                </a:tc>
                <a:tc>
                  <a:txBody>
                    <a:bodyPr/>
                    <a:lstStyle/>
                    <a:p>
                      <a:pPr indent="0" lvl="0" marL="0" rtl="0" algn="l">
                        <a:spcBef>
                          <a:spcPts val="0"/>
                        </a:spcBef>
                        <a:spcAft>
                          <a:spcPts val="0"/>
                        </a:spcAft>
                        <a:buNone/>
                      </a:pPr>
                      <a:r>
                        <a:rPr lang="en" sz="1200"/>
                        <a:t>Fixed Income Derivatives – Options</a:t>
                      </a:r>
                      <a:endParaRPr sz="1200"/>
                    </a:p>
                  </a:txBody>
                  <a:tcPr marT="91425" marB="91425" marR="91425" marL="91425"/>
                </a:tc>
                <a:tc>
                  <a:txBody>
                    <a:bodyPr/>
                    <a:lstStyle/>
                    <a:p>
                      <a:pPr indent="0" lvl="0" marL="0" rtl="0" algn="r">
                        <a:lnSpc>
                          <a:spcPct val="115000"/>
                        </a:lnSpc>
                        <a:spcBef>
                          <a:spcPts val="0"/>
                        </a:spcBef>
                        <a:spcAft>
                          <a:spcPts val="0"/>
                        </a:spcAft>
                        <a:buNone/>
                      </a:pPr>
                      <a:r>
                        <a:rPr lang="en" sz="1200"/>
                        <a:t>9</a:t>
                      </a:r>
                      <a:endParaRPr sz="1200"/>
                    </a:p>
                  </a:txBody>
                  <a:tcPr marT="91425" marB="91425" marR="91425" marL="91425"/>
                </a:tc>
              </a:tr>
              <a:tr h="347000">
                <a:tc>
                  <a:txBody>
                    <a:bodyPr/>
                    <a:lstStyle/>
                    <a:p>
                      <a:pPr indent="0" lvl="0" marL="0" rtl="0" algn="r">
                        <a:lnSpc>
                          <a:spcPct val="115000"/>
                        </a:lnSpc>
                        <a:spcBef>
                          <a:spcPts val="0"/>
                        </a:spcBef>
                        <a:spcAft>
                          <a:spcPts val="0"/>
                        </a:spcAft>
                        <a:buNone/>
                      </a:pPr>
                      <a:r>
                        <a:rPr lang="en" sz="1200"/>
                        <a:t>10</a:t>
                      </a:r>
                      <a:endParaRPr sz="1200"/>
                    </a:p>
                  </a:txBody>
                  <a:tcPr marT="91425" marB="91425" marR="91425" marL="91425"/>
                </a:tc>
                <a:tc>
                  <a:txBody>
                    <a:bodyPr/>
                    <a:lstStyle/>
                    <a:p>
                      <a:pPr indent="0" lvl="0" marL="0" rtl="0" algn="l">
                        <a:spcBef>
                          <a:spcPts val="0"/>
                        </a:spcBef>
                        <a:spcAft>
                          <a:spcPts val="0"/>
                        </a:spcAft>
                        <a:buNone/>
                      </a:pPr>
                      <a:r>
                        <a:rPr lang="en" sz="1200"/>
                        <a:t>Fixed Income Derivatives – Futures</a:t>
                      </a:r>
                      <a:endParaRPr sz="1200"/>
                    </a:p>
                  </a:txBody>
                  <a:tcPr marT="91425" marB="91425" marR="91425" marL="91425"/>
                </a:tc>
                <a:tc>
                  <a:txBody>
                    <a:bodyPr/>
                    <a:lstStyle/>
                    <a:p>
                      <a:pPr indent="0" lvl="0" marL="0" rtl="0" algn="r">
                        <a:lnSpc>
                          <a:spcPct val="115000"/>
                        </a:lnSpc>
                        <a:spcBef>
                          <a:spcPts val="0"/>
                        </a:spcBef>
                        <a:spcAft>
                          <a:spcPts val="0"/>
                        </a:spcAft>
                        <a:buNone/>
                      </a:pPr>
                      <a:r>
                        <a:rPr lang="en" sz="1200"/>
                        <a:t>11</a:t>
                      </a:r>
                      <a:endParaRPr sz="1200"/>
                    </a:p>
                  </a:txBody>
                  <a:tcPr marT="91425" marB="91425" marR="91425" marL="91425"/>
                </a:tc>
              </a:tr>
              <a:tr h="368350">
                <a:tc>
                  <a:txBody>
                    <a:bodyPr/>
                    <a:lstStyle/>
                    <a:p>
                      <a:pPr indent="0" lvl="0" marL="0" rtl="0" algn="r">
                        <a:lnSpc>
                          <a:spcPct val="115000"/>
                        </a:lnSpc>
                        <a:spcBef>
                          <a:spcPts val="0"/>
                        </a:spcBef>
                        <a:spcAft>
                          <a:spcPts val="0"/>
                        </a:spcAft>
                        <a:buNone/>
                      </a:pPr>
                      <a:r>
                        <a:rPr lang="en" sz="1200"/>
                        <a:t>11</a:t>
                      </a:r>
                      <a:endParaRPr sz="1200"/>
                    </a:p>
                  </a:txBody>
                  <a:tcPr marT="91425" marB="91425" marR="91425" marL="91425"/>
                </a:tc>
                <a:tc>
                  <a:txBody>
                    <a:bodyPr/>
                    <a:lstStyle/>
                    <a:p>
                      <a:pPr indent="0" lvl="0" marL="0" rtl="0" algn="l">
                        <a:spcBef>
                          <a:spcPts val="0"/>
                        </a:spcBef>
                        <a:spcAft>
                          <a:spcPts val="0"/>
                        </a:spcAft>
                        <a:buNone/>
                      </a:pPr>
                      <a:r>
                        <a:rPr lang="en" sz="1200"/>
                        <a:t>Commercial Mortgage-Backed</a:t>
                      </a:r>
                      <a:endParaRPr sz="1200"/>
                    </a:p>
                  </a:txBody>
                  <a:tcPr marT="91425" marB="91425" marR="91425" marL="91425"/>
                </a:tc>
                <a:tc>
                  <a:txBody>
                    <a:bodyPr/>
                    <a:lstStyle/>
                    <a:p>
                      <a:pPr indent="0" lvl="0" marL="0" rtl="0" algn="r">
                        <a:lnSpc>
                          <a:spcPct val="115000"/>
                        </a:lnSpc>
                        <a:spcBef>
                          <a:spcPts val="0"/>
                        </a:spcBef>
                        <a:spcAft>
                          <a:spcPts val="0"/>
                        </a:spcAft>
                        <a:buNone/>
                      </a:pPr>
                      <a:r>
                        <a:rPr lang="en" sz="1200"/>
                        <a:t>73</a:t>
                      </a:r>
                      <a:endParaRPr sz="1200"/>
                    </a:p>
                  </a:txBody>
                  <a:tcPr marT="91425" marB="91425" marR="91425" marL="91425"/>
                </a:tc>
              </a:tr>
              <a:tr h="348775">
                <a:tc>
                  <a:txBody>
                    <a:bodyPr/>
                    <a:lstStyle/>
                    <a:p>
                      <a:pPr indent="0" lvl="0" marL="0" rtl="0" algn="r">
                        <a:lnSpc>
                          <a:spcPct val="115000"/>
                        </a:lnSpc>
                        <a:spcBef>
                          <a:spcPts val="0"/>
                        </a:spcBef>
                        <a:spcAft>
                          <a:spcPts val="0"/>
                        </a:spcAft>
                        <a:buNone/>
                      </a:pPr>
                      <a:r>
                        <a:rPr lang="en" sz="1200"/>
                        <a:t>12</a:t>
                      </a:r>
                      <a:endParaRPr sz="1200"/>
                    </a:p>
                  </a:txBody>
                  <a:tcPr marT="91425" marB="91425" marR="91425" marL="91425"/>
                </a:tc>
                <a:tc>
                  <a:txBody>
                    <a:bodyPr/>
                    <a:lstStyle/>
                    <a:p>
                      <a:pPr indent="0" lvl="0" marL="0" rtl="0" algn="l">
                        <a:spcBef>
                          <a:spcPts val="0"/>
                        </a:spcBef>
                        <a:spcAft>
                          <a:spcPts val="0"/>
                        </a:spcAft>
                        <a:buNone/>
                      </a:pPr>
                      <a:r>
                        <a:rPr lang="en" sz="1200"/>
                        <a:t>Guaranteed Fixed Income</a:t>
                      </a:r>
                      <a:endParaRPr sz="1200"/>
                    </a:p>
                  </a:txBody>
                  <a:tcPr marT="91425" marB="91425" marR="91425" marL="91425"/>
                </a:tc>
                <a:tc>
                  <a:txBody>
                    <a:bodyPr/>
                    <a:lstStyle/>
                    <a:p>
                      <a:pPr indent="0" lvl="0" marL="0" rtl="0" algn="r">
                        <a:lnSpc>
                          <a:spcPct val="115000"/>
                        </a:lnSpc>
                        <a:spcBef>
                          <a:spcPts val="0"/>
                        </a:spcBef>
                        <a:spcAft>
                          <a:spcPts val="0"/>
                        </a:spcAft>
                        <a:buNone/>
                      </a:pPr>
                      <a:r>
                        <a:rPr lang="en" sz="1200"/>
                        <a:t>11</a:t>
                      </a:r>
                      <a:endParaRPr sz="1200"/>
                    </a:p>
                  </a:txBody>
                  <a:tcPr marT="91425" marB="91425" marR="91425" marL="91425"/>
                </a:tc>
              </a:tr>
              <a:tr h="348775">
                <a:tc>
                  <a:txBody>
                    <a:bodyPr/>
                    <a:lstStyle/>
                    <a:p>
                      <a:pPr indent="0" lvl="0" marL="0" rtl="0" algn="r">
                        <a:lnSpc>
                          <a:spcPct val="115000"/>
                        </a:lnSpc>
                        <a:spcBef>
                          <a:spcPts val="0"/>
                        </a:spcBef>
                        <a:spcAft>
                          <a:spcPts val="0"/>
                        </a:spcAft>
                        <a:buNone/>
                      </a:pPr>
                      <a:r>
                        <a:rPr lang="en" sz="1200"/>
                        <a:t>13</a:t>
                      </a:r>
                      <a:endParaRPr sz="1200"/>
                    </a:p>
                  </a:txBody>
                  <a:tcPr marT="91425" marB="91425" marR="91425" marL="91425"/>
                </a:tc>
                <a:tc>
                  <a:txBody>
                    <a:bodyPr/>
                    <a:lstStyle/>
                    <a:p>
                      <a:pPr indent="0" lvl="0" marL="0" rtl="0" algn="l">
                        <a:spcBef>
                          <a:spcPts val="0"/>
                        </a:spcBef>
                        <a:spcAft>
                          <a:spcPts val="0"/>
                        </a:spcAft>
                        <a:buNone/>
                      </a:pPr>
                      <a:r>
                        <a:rPr lang="en" sz="1200"/>
                        <a:t>Other Fixed Income</a:t>
                      </a:r>
                      <a:endParaRPr sz="1200"/>
                    </a:p>
                  </a:txBody>
                  <a:tcPr marT="91425" marB="91425" marR="91425" marL="91425"/>
                </a:tc>
                <a:tc>
                  <a:txBody>
                    <a:bodyPr/>
                    <a:lstStyle/>
                    <a:p>
                      <a:pPr indent="0" lvl="0" marL="0" rtl="0" algn="r">
                        <a:lnSpc>
                          <a:spcPct val="115000"/>
                        </a:lnSpc>
                        <a:spcBef>
                          <a:spcPts val="0"/>
                        </a:spcBef>
                        <a:spcAft>
                          <a:spcPts val="0"/>
                        </a:spcAft>
                        <a:buNone/>
                      </a:pPr>
                      <a:r>
                        <a:rPr lang="en" sz="1200"/>
                        <a:t>1</a:t>
                      </a:r>
                      <a:endParaRPr sz="1200"/>
                    </a:p>
                  </a:txBody>
                  <a:tcPr marT="91425" marB="91425" marR="91425" marL="91425"/>
                </a:tc>
              </a:tr>
              <a:tr h="348775">
                <a:tc>
                  <a:txBody>
                    <a:bodyPr/>
                    <a:lstStyle/>
                    <a:p>
                      <a:pPr indent="0" lvl="0" marL="0" rtl="0" algn="l">
                        <a:spcBef>
                          <a:spcPts val="0"/>
                        </a:spcBef>
                        <a:spcAft>
                          <a:spcPts val="0"/>
                        </a:spcAft>
                        <a:buNone/>
                      </a:pPr>
                      <a:r>
                        <a:t/>
                      </a:r>
                      <a:endParaRPr sz="1200"/>
                    </a:p>
                  </a:txBody>
                  <a:tcPr marT="91425" marB="91425" marR="91425" marL="91425"/>
                </a:tc>
                <a:tc>
                  <a:txBody>
                    <a:bodyPr/>
                    <a:lstStyle/>
                    <a:p>
                      <a:pPr indent="0" lvl="0" marL="0" rtl="0" algn="l">
                        <a:spcBef>
                          <a:spcPts val="0"/>
                        </a:spcBef>
                        <a:spcAft>
                          <a:spcPts val="0"/>
                        </a:spcAft>
                        <a:buNone/>
                      </a:pPr>
                      <a:r>
                        <a:rPr lang="en" sz="1200"/>
                        <a:t>Total Unassigned</a:t>
                      </a:r>
                      <a:endParaRPr sz="1200"/>
                    </a:p>
                  </a:txBody>
                  <a:tcPr marT="91425" marB="91425" marR="91425" marL="91425"/>
                </a:tc>
                <a:tc>
                  <a:txBody>
                    <a:bodyPr/>
                    <a:lstStyle/>
                    <a:p>
                      <a:pPr indent="0" lvl="0" marL="0" rtl="0" algn="r">
                        <a:lnSpc>
                          <a:spcPct val="115000"/>
                        </a:lnSpc>
                        <a:spcBef>
                          <a:spcPts val="0"/>
                        </a:spcBef>
                        <a:spcAft>
                          <a:spcPts val="0"/>
                        </a:spcAft>
                        <a:buNone/>
                      </a:pPr>
                      <a:r>
                        <a:rPr lang="en" sz="1200"/>
                        <a:t>1337</a:t>
                      </a:r>
                      <a:endParaRPr sz="1200"/>
                    </a:p>
                  </a:txBody>
                  <a:tcPr marT="91425" marB="91425" marR="91425" marL="91425"/>
                </a:tc>
              </a:tr>
            </a:tbl>
          </a:graphicData>
        </a:graphic>
      </p:graphicFrame>
      <p:sp>
        <p:nvSpPr>
          <p:cNvPr id="187" name="Google Shape;187;p34"/>
          <p:cNvSpPr txBox="1"/>
          <p:nvPr/>
        </p:nvSpPr>
        <p:spPr>
          <a:xfrm>
            <a:off x="548640" y="377190"/>
            <a:ext cx="8046600" cy="423300"/>
          </a:xfrm>
          <a:prstGeom prst="rect">
            <a:avLst/>
          </a:prstGeom>
          <a:noFill/>
          <a:ln>
            <a:noFill/>
          </a:ln>
        </p:spPr>
        <p:txBody>
          <a:bodyPr anchorCtr="0" anchor="t" bIns="34275" lIns="68575" spcFirstLastPara="1" rIns="68575" wrap="square" tIns="34275">
            <a:spAutoFit/>
          </a:bodyPr>
          <a:lstStyle/>
          <a:p>
            <a:pPr indent="0" lvl="0" marL="0" rtl="0" algn="l">
              <a:spcBef>
                <a:spcPts val="0"/>
              </a:spcBef>
              <a:spcAft>
                <a:spcPts val="0"/>
              </a:spcAft>
              <a:buSzPts val="1100"/>
              <a:buNone/>
            </a:pPr>
            <a:r>
              <a:rPr b="1" lang="en" sz="2300">
                <a:solidFill>
                  <a:srgbClr val="1F4E79"/>
                </a:solidFill>
                <a:latin typeface="Calibri"/>
                <a:ea typeface="Calibri"/>
                <a:cs typeface="Calibri"/>
                <a:sym typeface="Calibri"/>
              </a:rPr>
              <a:t>Remaining Categories</a:t>
            </a:r>
            <a:endParaRPr b="1" sz="2300">
              <a:solidFill>
                <a:srgbClr val="1F4E79"/>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35"/>
          <p:cNvSpPr txBox="1"/>
          <p:nvPr/>
        </p:nvSpPr>
        <p:spPr>
          <a:xfrm>
            <a:off x="548640" y="377190"/>
            <a:ext cx="8046491" cy="75438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2300" u="none" cap="none" strike="noStrike">
                <a:solidFill>
                  <a:srgbClr val="1F4E79"/>
                </a:solidFill>
                <a:latin typeface="Calibri"/>
                <a:ea typeface="Calibri"/>
                <a:cs typeface="Calibri"/>
                <a:sym typeface="Calibri"/>
              </a:rPr>
              <a:t>How we know the numbers are right</a:t>
            </a:r>
            <a:endParaRPr sz="1100"/>
          </a:p>
        </p:txBody>
      </p:sp>
      <p:sp>
        <p:nvSpPr>
          <p:cNvPr id="194" name="Google Shape;194;p35"/>
          <p:cNvSpPr txBox="1"/>
          <p:nvPr/>
        </p:nvSpPr>
        <p:spPr>
          <a:xfrm>
            <a:off x="548640" y="1200150"/>
            <a:ext cx="8046491" cy="353187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1400" u="none" cap="none" strike="noStrike">
                <a:solidFill>
                  <a:srgbClr val="262626"/>
                </a:solidFill>
                <a:latin typeface="Calibri"/>
                <a:ea typeface="Calibri"/>
                <a:cs typeface="Calibri"/>
                <a:sym typeface="Calibri"/>
              </a:rPr>
              <a:t>•  </a:t>
            </a:r>
            <a:r>
              <a:rPr b="1" i="0" lang="en" sz="1400" u="none" cap="none" strike="noStrike">
                <a:solidFill>
                  <a:srgbClr val="262626"/>
                </a:solidFill>
                <a:latin typeface="Calibri"/>
                <a:ea typeface="Calibri"/>
                <a:cs typeface="Calibri"/>
                <a:sym typeface="Calibri"/>
              </a:rPr>
              <a:t>A government bond priced on its own government's curve must come out at zero.</a:t>
            </a:r>
            <a:r>
              <a:rPr b="0" i="0" lang="en" sz="1400" u="none" cap="none" strike="noStrike">
                <a:solidFill>
                  <a:srgbClr val="262626"/>
                </a:solidFill>
                <a:latin typeface="Calibri"/>
                <a:ea typeface="Calibri"/>
                <a:cs typeface="Calibri"/>
                <a:sym typeface="Calibri"/>
              </a:rPr>
              <a:t> Japan's come out at 0.0; the UK's at 0.04% — the thermometer reads right in ice water</a:t>
            </a:r>
            <a:endParaRPr sz="1100"/>
          </a:p>
          <a:p>
            <a:pPr indent="0" lvl="0" marL="0" marR="0" rtl="0" algn="l">
              <a:spcBef>
                <a:spcPts val="1100"/>
              </a:spcBef>
              <a:spcAft>
                <a:spcPts val="0"/>
              </a:spcAft>
              <a:buNone/>
            </a:pPr>
            <a:r>
              <a:rPr b="0" i="0" lang="en" sz="1400" u="none" cap="none" strike="noStrike">
                <a:solidFill>
                  <a:srgbClr val="262626"/>
                </a:solidFill>
                <a:latin typeface="Calibri"/>
                <a:ea typeface="Calibri"/>
                <a:cs typeface="Calibri"/>
                <a:sym typeface="Calibri"/>
              </a:rPr>
              <a:t>•  </a:t>
            </a:r>
            <a:r>
              <a:rPr b="1" i="0" lang="en" sz="1400" u="none" cap="none" strike="noStrike">
                <a:solidFill>
                  <a:srgbClr val="262626"/>
                </a:solidFill>
                <a:latin typeface="Calibri"/>
                <a:ea typeface="Calibri"/>
                <a:cs typeface="Calibri"/>
                <a:sym typeface="Calibri"/>
              </a:rPr>
              <a:t>The client's own custodian independently reports a risk number for some bonds.</a:t>
            </a:r>
            <a:r>
              <a:rPr b="0" i="0" lang="en" sz="1400" u="none" cap="none" strike="noStrike">
                <a:solidFill>
                  <a:srgbClr val="262626"/>
                </a:solidFill>
                <a:latin typeface="Calibri"/>
                <a:ea typeface="Calibri"/>
                <a:cs typeface="Calibri"/>
                <a:sym typeface="Calibri"/>
              </a:rPr>
              <a:t> Where it does, ours agrees — four of five agency bonds within a tenth of a year</a:t>
            </a:r>
            <a:endParaRPr sz="1100"/>
          </a:p>
          <a:p>
            <a:pPr indent="0" lvl="0" marL="0" marR="0" rtl="0" algn="l">
              <a:spcBef>
                <a:spcPts val="1100"/>
              </a:spcBef>
              <a:spcAft>
                <a:spcPts val="0"/>
              </a:spcAft>
              <a:buNone/>
            </a:pPr>
            <a:r>
              <a:rPr b="0" i="0" lang="en" sz="1400" u="none" cap="none" strike="noStrike">
                <a:solidFill>
                  <a:srgbClr val="262626"/>
                </a:solidFill>
                <a:latin typeface="Calibri"/>
                <a:ea typeface="Calibri"/>
                <a:cs typeface="Calibri"/>
                <a:sym typeface="Calibri"/>
              </a:rPr>
              <a:t>•  </a:t>
            </a:r>
            <a:r>
              <a:rPr b="1" i="0" lang="en" sz="1400" u="none" cap="none" strike="noStrike">
                <a:solidFill>
                  <a:srgbClr val="262626"/>
                </a:solidFill>
                <a:latin typeface="Calibri"/>
                <a:ea typeface="Calibri"/>
                <a:cs typeface="Calibri"/>
                <a:sym typeface="Calibri"/>
              </a:rPr>
              <a:t>We re-derived the client's own inflation adjustments from published government statistics</a:t>
            </a:r>
            <a:r>
              <a:rPr b="0" i="0" lang="en" sz="1400" u="none" cap="none" strike="noStrike">
                <a:solidFill>
                  <a:srgbClr val="262626"/>
                </a:solidFill>
                <a:latin typeface="Calibri"/>
                <a:ea typeface="Calibri"/>
                <a:cs typeface="Calibri"/>
                <a:sym typeface="Calibri"/>
              </a:rPr>
              <a:t> — thirteen US inflation-linked bonds, agreeing to six parts in a million</a:t>
            </a:r>
            <a:endParaRPr sz="11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36"/>
          <p:cNvSpPr txBox="1"/>
          <p:nvPr/>
        </p:nvSpPr>
        <p:spPr>
          <a:xfrm>
            <a:off x="548640" y="377190"/>
            <a:ext cx="8046491" cy="75438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2300" u="none" cap="none" strike="noStrike">
                <a:solidFill>
                  <a:srgbClr val="1F4E79"/>
                </a:solidFill>
                <a:latin typeface="Calibri"/>
                <a:ea typeface="Calibri"/>
                <a:cs typeface="Calibri"/>
                <a:sym typeface="Calibri"/>
              </a:rPr>
              <a:t>What is left</a:t>
            </a:r>
            <a:endParaRPr sz="1100"/>
          </a:p>
        </p:txBody>
      </p:sp>
      <p:sp>
        <p:nvSpPr>
          <p:cNvPr id="201" name="Google Shape;201;p36"/>
          <p:cNvSpPr txBox="1"/>
          <p:nvPr/>
        </p:nvSpPr>
        <p:spPr>
          <a:xfrm>
            <a:off x="548640" y="1200150"/>
            <a:ext cx="8046600" cy="1569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1400" u="none" cap="none" strike="noStrike">
                <a:solidFill>
                  <a:srgbClr val="262626"/>
                </a:solidFill>
                <a:latin typeface="Calibri"/>
                <a:ea typeface="Calibri"/>
                <a:cs typeface="Calibri"/>
                <a:sym typeface="Calibri"/>
              </a:rPr>
              <a:t>•  </a:t>
            </a:r>
            <a:r>
              <a:rPr b="1" i="0" lang="en" sz="1400" u="none" cap="none" strike="noStrike">
                <a:solidFill>
                  <a:srgbClr val="262626"/>
                </a:solidFill>
                <a:latin typeface="Calibri"/>
                <a:ea typeface="Calibri"/>
                <a:cs typeface="Calibri"/>
                <a:sym typeface="Calibri"/>
              </a:rPr>
              <a:t>Mortgage-backed securities</a:t>
            </a:r>
            <a:r>
              <a:rPr b="0" i="0" lang="en" sz="1400" u="none" cap="none" strike="noStrike">
                <a:solidFill>
                  <a:srgbClr val="262626"/>
                </a:solidFill>
                <a:latin typeface="Calibri"/>
                <a:ea typeface="Calibri"/>
                <a:cs typeface="Calibri"/>
                <a:sym typeface="Calibri"/>
              </a:rPr>
              <a:t> — engine built, awaiting data (882)</a:t>
            </a:r>
            <a:endParaRPr sz="1100"/>
          </a:p>
          <a:p>
            <a:pPr indent="0" lvl="0" marL="0" marR="0" rtl="0" algn="l">
              <a:spcBef>
                <a:spcPts val="1100"/>
              </a:spcBef>
              <a:spcAft>
                <a:spcPts val="0"/>
              </a:spcAft>
              <a:buNone/>
            </a:pPr>
            <a:r>
              <a:rPr b="0" i="0" lang="en" sz="1400" u="none" cap="none" strike="noStrike">
                <a:solidFill>
                  <a:srgbClr val="262626"/>
                </a:solidFill>
                <a:latin typeface="Calibri"/>
                <a:ea typeface="Calibri"/>
                <a:cs typeface="Calibri"/>
                <a:sym typeface="Calibri"/>
              </a:rPr>
              <a:t>•  </a:t>
            </a:r>
            <a:r>
              <a:rPr b="1" i="0" lang="en" sz="1400" u="none" cap="none" strike="noStrike">
                <a:solidFill>
                  <a:srgbClr val="262626"/>
                </a:solidFill>
                <a:latin typeface="Calibri"/>
                <a:ea typeface="Calibri"/>
                <a:cs typeface="Calibri"/>
                <a:sym typeface="Calibri"/>
              </a:rPr>
              <a:t>The other pooled products</a:t>
            </a:r>
            <a:r>
              <a:rPr b="0" i="0" lang="en" sz="1400" u="none" cap="none" strike="noStrike">
                <a:solidFill>
                  <a:srgbClr val="262626"/>
                </a:solidFill>
                <a:latin typeface="Calibri"/>
                <a:ea typeface="Calibri"/>
                <a:cs typeface="Calibri"/>
                <a:sym typeface="Calibri"/>
              </a:rPr>
              <a:t> — </a:t>
            </a:r>
            <a:r>
              <a:rPr lang="en">
                <a:solidFill>
                  <a:srgbClr val="262626"/>
                </a:solidFill>
                <a:latin typeface="Calibri"/>
                <a:ea typeface="Calibri"/>
                <a:cs typeface="Calibri"/>
                <a:sym typeface="Calibri"/>
              </a:rPr>
              <a:t>collateralized</a:t>
            </a:r>
            <a:r>
              <a:rPr b="0" i="0" lang="en" sz="1400" u="none" cap="none" strike="noStrike">
                <a:solidFill>
                  <a:srgbClr val="262626"/>
                </a:solidFill>
                <a:latin typeface="Calibri"/>
                <a:ea typeface="Calibri"/>
                <a:cs typeface="Calibri"/>
                <a:sym typeface="Calibri"/>
              </a:rPr>
              <a:t> mortgage obligations, asset-backed, commercial mortgage-backed. Scoped; each reuses machinery that already exists (412)</a:t>
            </a:r>
            <a:endParaRPr sz="1100"/>
          </a:p>
          <a:p>
            <a:pPr indent="0" lvl="0" marL="0" marR="0" rtl="0" algn="l">
              <a:spcBef>
                <a:spcPts val="1100"/>
              </a:spcBef>
              <a:spcAft>
                <a:spcPts val="0"/>
              </a:spcAft>
              <a:buNone/>
            </a:pPr>
            <a:r>
              <a:rPr b="0" i="0" lang="en" sz="1400" u="none" cap="none" strike="noStrike">
                <a:solidFill>
                  <a:srgbClr val="262626"/>
                </a:solidFill>
                <a:latin typeface="Calibri"/>
                <a:ea typeface="Calibri"/>
                <a:cs typeface="Calibri"/>
                <a:sym typeface="Calibri"/>
              </a:rPr>
              <a:t>•  </a:t>
            </a:r>
            <a:r>
              <a:rPr b="1" i="0" lang="en" sz="1400" u="none" cap="none" strike="noStrike">
                <a:solidFill>
                  <a:srgbClr val="262626"/>
                </a:solidFill>
                <a:latin typeface="Calibri"/>
                <a:ea typeface="Calibri"/>
                <a:cs typeface="Calibri"/>
                <a:sym typeface="Calibri"/>
              </a:rPr>
              <a:t>A portfolio-level credit risk layer</a:t>
            </a:r>
            <a:r>
              <a:rPr b="0" i="0" lang="en" sz="1400" u="none" cap="none" strike="noStrike">
                <a:solidFill>
                  <a:srgbClr val="262626"/>
                </a:solidFill>
                <a:latin typeface="Calibri"/>
                <a:ea typeface="Calibri"/>
                <a:cs typeface="Calibri"/>
                <a:sym typeface="Calibri"/>
              </a:rPr>
              <a:t> — in the original brief, not yet started</a:t>
            </a:r>
            <a:endParaRPr sz="1100"/>
          </a:p>
          <a:p>
            <a:pPr indent="0" lvl="0" marL="0" marR="0" rtl="0" algn="l">
              <a:spcBef>
                <a:spcPts val="1100"/>
              </a:spcBef>
              <a:spcAft>
                <a:spcPts val="0"/>
              </a:spcAft>
              <a:buNone/>
            </a:pPr>
            <a:r>
              <a:rPr b="0" i="0" lang="en" sz="1400" u="none" cap="none" strike="noStrike">
                <a:solidFill>
                  <a:srgbClr val="262626"/>
                </a:solidFill>
                <a:latin typeface="Calibri"/>
                <a:ea typeface="Calibri"/>
                <a:cs typeface="Calibri"/>
                <a:sym typeface="Calibri"/>
              </a:rPr>
              <a:t>•  We are not blocked on anything in the second and third items except sequencing</a:t>
            </a:r>
            <a:endParaRPr sz="11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37"/>
          <p:cNvSpPr txBox="1"/>
          <p:nvPr/>
        </p:nvSpPr>
        <p:spPr>
          <a:xfrm>
            <a:off x="548640" y="377190"/>
            <a:ext cx="8046491" cy="75438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2300" u="none" cap="none" strike="noStrike">
                <a:solidFill>
                  <a:srgbClr val="1F4E79"/>
                </a:solidFill>
                <a:latin typeface="Calibri"/>
                <a:ea typeface="Calibri"/>
                <a:cs typeface="Calibri"/>
                <a:sym typeface="Calibri"/>
              </a:rPr>
              <a:t>Handover</a:t>
            </a:r>
            <a:endParaRPr sz="1100"/>
          </a:p>
        </p:txBody>
      </p:sp>
      <p:sp>
        <p:nvSpPr>
          <p:cNvPr id="208" name="Google Shape;208;p37"/>
          <p:cNvSpPr txBox="1"/>
          <p:nvPr/>
        </p:nvSpPr>
        <p:spPr>
          <a:xfrm>
            <a:off x="548640" y="1200150"/>
            <a:ext cx="8046491" cy="353187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1400" u="none" cap="none" strike="noStrike">
                <a:solidFill>
                  <a:srgbClr val="262626"/>
                </a:solidFill>
                <a:latin typeface="Calibri"/>
                <a:ea typeface="Calibri"/>
                <a:cs typeface="Calibri"/>
                <a:sym typeface="Calibri"/>
              </a:rPr>
              <a:t>•  The client asked for the code to be restructured so </a:t>
            </a:r>
            <a:r>
              <a:rPr b="1" i="0" lang="en" sz="1400" u="none" cap="none" strike="noStrike">
                <a:solidFill>
                  <a:srgbClr val="262626"/>
                </a:solidFill>
                <a:latin typeface="Calibri"/>
                <a:ea typeface="Calibri"/>
                <a:cs typeface="Calibri"/>
                <a:sym typeface="Calibri"/>
              </a:rPr>
              <a:t>their own engineering team can take it over</a:t>
            </a:r>
            <a:r>
              <a:rPr b="0" i="0" lang="en" sz="1400" u="none" cap="none" strike="noStrike">
                <a:solidFill>
                  <a:srgbClr val="262626"/>
                </a:solidFill>
                <a:latin typeface="Calibri"/>
                <a:ea typeface="Calibri"/>
                <a:cs typeface="Calibri"/>
                <a:sym typeface="Calibri"/>
              </a:rPr>
              <a:t> — that restructuring is complete</a:t>
            </a:r>
            <a:endParaRPr sz="1100"/>
          </a:p>
          <a:p>
            <a:pPr indent="0" lvl="0" marL="0" marR="0" rtl="0" algn="l">
              <a:spcBef>
                <a:spcPts val="1100"/>
              </a:spcBef>
              <a:spcAft>
                <a:spcPts val="0"/>
              </a:spcAft>
              <a:buNone/>
            </a:pPr>
            <a:r>
              <a:rPr b="0" i="0" lang="en" sz="1400" u="none" cap="none" strike="noStrike">
                <a:solidFill>
                  <a:srgbClr val="262626"/>
                </a:solidFill>
                <a:latin typeface="Calibri"/>
                <a:ea typeface="Calibri"/>
                <a:cs typeface="Calibri"/>
                <a:sym typeface="Calibri"/>
              </a:rPr>
              <a:t>•  It </a:t>
            </a:r>
            <a:r>
              <a:rPr b="1" i="0" lang="en" sz="1400" u="none" cap="none" strike="noStrike">
                <a:solidFill>
                  <a:srgbClr val="262626"/>
                </a:solidFill>
                <a:latin typeface="Calibri"/>
                <a:ea typeface="Calibri"/>
                <a:cs typeface="Calibri"/>
                <a:sym typeface="Calibri"/>
              </a:rPr>
              <a:t>runs unchanged on their cloud platform</a:t>
            </a:r>
            <a:r>
              <a:rPr b="0" i="0" lang="en" sz="1400" u="none" cap="none" strike="noStrike">
                <a:solidFill>
                  <a:srgbClr val="262626"/>
                </a:solidFill>
                <a:latin typeface="Calibri"/>
                <a:ea typeface="Calibri"/>
                <a:cs typeface="Calibri"/>
                <a:sym typeface="Calibri"/>
              </a:rPr>
              <a:t>, so the whole team can use it rather than one machine</a:t>
            </a:r>
            <a:endParaRPr sz="1100"/>
          </a:p>
          <a:p>
            <a:pPr indent="0" lvl="0" marL="0" marR="0" rtl="0" algn="l">
              <a:spcBef>
                <a:spcPts val="1100"/>
              </a:spcBef>
              <a:spcAft>
                <a:spcPts val="0"/>
              </a:spcAft>
              <a:buNone/>
            </a:pPr>
            <a:r>
              <a:rPr b="0" i="0" lang="en" sz="1400" u="none" cap="none" strike="noStrike">
                <a:solidFill>
                  <a:srgbClr val="262626"/>
                </a:solidFill>
                <a:latin typeface="Calibri"/>
                <a:ea typeface="Calibri"/>
                <a:cs typeface="Calibri"/>
                <a:sym typeface="Calibri"/>
              </a:rPr>
              <a:t>•  Everything ships with the data and the instructions to reproduce it — nothing depends on us being in the room</a:t>
            </a:r>
            <a:endParaRPr sz="1100"/>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